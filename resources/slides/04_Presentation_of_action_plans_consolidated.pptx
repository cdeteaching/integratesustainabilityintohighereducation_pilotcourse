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0" r:id="rId4"/>
  </p:sldMasterIdLst>
  <p:notesMasterIdLst>
    <p:notesMasterId r:id="rId22"/>
  </p:notesMasterIdLst>
  <p:handoutMasterIdLst>
    <p:handoutMasterId r:id="rId23"/>
  </p:handoutMasterIdLst>
  <p:sldIdLst>
    <p:sldId id="281" r:id="rId5"/>
    <p:sldId id="355" r:id="rId6"/>
    <p:sldId id="354" r:id="rId7"/>
    <p:sldId id="380" r:id="rId8"/>
    <p:sldId id="2403" r:id="rId9"/>
    <p:sldId id="2409" r:id="rId10"/>
    <p:sldId id="2416" r:id="rId11"/>
    <p:sldId id="2405" r:id="rId12"/>
    <p:sldId id="2417" r:id="rId13"/>
    <p:sldId id="409" r:id="rId14"/>
    <p:sldId id="2410" r:id="rId15"/>
    <p:sldId id="401" r:id="rId16"/>
    <p:sldId id="2407" r:id="rId17"/>
    <p:sldId id="2412" r:id="rId18"/>
    <p:sldId id="2414" r:id="rId19"/>
    <p:sldId id="2418" r:id="rId20"/>
    <p:sldId id="2419"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60" userDrawn="1">
          <p15:clr>
            <a:srgbClr val="A4A3A4"/>
          </p15:clr>
        </p15:guide>
        <p15:guide id="2" pos="7392" userDrawn="1">
          <p15:clr>
            <a:srgbClr val="A4A3A4"/>
          </p15:clr>
        </p15:guide>
        <p15:guide id="3" orient="horz" pos="216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6973CE9C-DBF0-4771-9A27-3F04C83413A4}" name="Lewis, Anna Lena (CDE)" initials="LAL(" userId="S::anna.lewis@unibe.ch::18eda301-d6e9-42ea-b30d-6f079ea4a70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F1E7"/>
    <a:srgbClr val="FBE1C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800" autoAdjust="0"/>
    <p:restoredTop sz="96261" autoAdjust="0"/>
  </p:normalViewPr>
  <p:slideViewPr>
    <p:cSldViewPr snapToGrid="0">
      <p:cViewPr varScale="1">
        <p:scale>
          <a:sx n="73" d="100"/>
          <a:sy n="73" d="100"/>
        </p:scale>
        <p:origin x="66" y="534"/>
      </p:cViewPr>
      <p:guideLst>
        <p:guide pos="360"/>
        <p:guide pos="7392"/>
        <p:guide orient="horz" pos="216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28" Type="http://schemas.microsoft.com/office/2018/10/relationships/authors" Target="author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EB018AA-DEA7-448F-AE2F-C3D13A0F02A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DFB87A71-96EB-4108-95A3-855A4C3601A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8647F05-0506-494A-8060-3F395B947DF9}" type="datetimeFigureOut">
              <a:rPr lang="en-US" smtClean="0"/>
              <a:t>8/27/2026</a:t>
            </a:fld>
            <a:endParaRPr lang="en-US"/>
          </a:p>
        </p:txBody>
      </p:sp>
      <p:sp>
        <p:nvSpPr>
          <p:cNvPr id="4" name="Footer Placeholder 3">
            <a:extLst>
              <a:ext uri="{FF2B5EF4-FFF2-40B4-BE49-F238E27FC236}">
                <a16:creationId xmlns:a16="http://schemas.microsoft.com/office/drawing/2014/main" id="{9445591A-E83D-4F8A-B064-12B29D3154F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7AF2308-535F-471C-9423-3467454C92F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661E857-36B8-43F1-9D87-FE508167BCE3}" type="slidenum">
              <a:rPr lang="en-US" smtClean="0"/>
              <a:t>‹#›</a:t>
            </a:fld>
            <a:endParaRPr lang="en-US"/>
          </a:p>
        </p:txBody>
      </p:sp>
    </p:spTree>
    <p:extLst>
      <p:ext uri="{BB962C8B-B14F-4D97-AF65-F5344CB8AC3E}">
        <p14:creationId xmlns:p14="http://schemas.microsoft.com/office/powerpoint/2010/main" val="140023140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BC0A13-3F3D-45D4-B17C-1E0ACF36A6FB}" type="datetimeFigureOut">
              <a:rPr lang="en-US" smtClean="0"/>
              <a:t>8/27/2026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FAAAB6-A2C6-4A85-A3A1-98EFBA61C967}" type="slidenum">
              <a:rPr lang="en-US" smtClean="0"/>
              <a:t>‹#›</a:t>
            </a:fld>
            <a:endParaRPr lang="en-US"/>
          </a:p>
        </p:txBody>
      </p:sp>
    </p:spTree>
    <p:extLst>
      <p:ext uri="{BB962C8B-B14F-4D97-AF65-F5344CB8AC3E}">
        <p14:creationId xmlns:p14="http://schemas.microsoft.com/office/powerpoint/2010/main" val="20767529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a:effectLst/>
              <a:latin typeface="Segoe UI" panose="020B0502040204020203" pitchFamily="34" charset="0"/>
            </a:endParaRPr>
          </a:p>
          <a:p>
            <a:r>
              <a:rPr lang="en-US"/>
              <a:t>ID=d924773e-9a16-4d6d-9803-8cb819e99682
Recipe=text_billboard
Type=TextOnly
Variant=0
FamilyID=AccentBoxWalbaum_Zero</a:t>
            </a:r>
          </a:p>
        </p:txBody>
      </p:sp>
      <p:sp>
        <p:nvSpPr>
          <p:cNvPr id="4" name="Slide Number Placeholder 3"/>
          <p:cNvSpPr>
            <a:spLocks noGrp="1"/>
          </p:cNvSpPr>
          <p:nvPr>
            <p:ph type="sldNum" sz="quarter" idx="5"/>
          </p:nvPr>
        </p:nvSpPr>
        <p:spPr/>
        <p:txBody>
          <a:bodyPr/>
          <a:lstStyle/>
          <a:p>
            <a:fld id="{8EAA36B1-75F6-458C-B388-8BC01E9857C8}" type="slidenum">
              <a:rPr lang="en-US" smtClean="0"/>
              <a:t>1</a:t>
            </a:fld>
            <a:endParaRPr lang="en-US"/>
          </a:p>
        </p:txBody>
      </p:sp>
    </p:spTree>
    <p:extLst>
      <p:ext uri="{BB962C8B-B14F-4D97-AF65-F5344CB8AC3E}">
        <p14:creationId xmlns:p14="http://schemas.microsoft.com/office/powerpoint/2010/main" val="2703205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https://miro.com/app/board/uXjVISEq5RY=/</a:t>
            </a:r>
            <a:endParaRPr lang="en-CH" dirty="0"/>
          </a:p>
        </p:txBody>
      </p:sp>
      <p:sp>
        <p:nvSpPr>
          <p:cNvPr id="4" name="Slide Number Placeholder 3"/>
          <p:cNvSpPr>
            <a:spLocks noGrp="1"/>
          </p:cNvSpPr>
          <p:nvPr>
            <p:ph type="sldNum" sz="quarter" idx="5"/>
          </p:nvPr>
        </p:nvSpPr>
        <p:spPr/>
        <p:txBody>
          <a:bodyPr/>
          <a:lstStyle/>
          <a:p>
            <a:fld id="{BCFAAAB6-A2C6-4A85-A3A1-98EFBA61C967}" type="slidenum">
              <a:rPr lang="en-US" smtClean="0"/>
              <a:t>12</a:t>
            </a:fld>
            <a:endParaRPr lang="en-US"/>
          </a:p>
        </p:txBody>
      </p:sp>
    </p:spTree>
    <p:extLst>
      <p:ext uri="{BB962C8B-B14F-4D97-AF65-F5344CB8AC3E}">
        <p14:creationId xmlns:p14="http://schemas.microsoft.com/office/powerpoint/2010/main" val="15471564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BC5C50C9-5CB7-4938-BEDF-DD2FC7529FA9}"/>
              </a:ext>
            </a:extLst>
          </p:cNvPr>
          <p:cNvSpPr/>
          <p:nvPr userDrawn="1"/>
        </p:nvSpPr>
        <p:spPr>
          <a:xfrm>
            <a:off x="1528762" y="1473243"/>
            <a:ext cx="9144000" cy="3007447"/>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0EB8136-4330-4480-80D9-0F6FD970617C}"/>
              </a:ext>
            </a:extLst>
          </p:cNvPr>
          <p:cNvSpPr>
            <a:spLocks noGrp="1"/>
          </p:cNvSpPr>
          <p:nvPr>
            <p:ph type="ctrTitle"/>
          </p:nvPr>
        </p:nvSpPr>
        <p:spPr>
          <a:xfrm>
            <a:off x="1801368" y="1664208"/>
            <a:ext cx="8586216" cy="2176272"/>
          </a:xfrm>
        </p:spPr>
        <p:txBody>
          <a:bodyPr anchor="ctr">
            <a:normAutofit/>
          </a:bodyPr>
          <a:lstStyle>
            <a:lvl1pPr algn="ctr">
              <a:defRPr sz="6600"/>
            </a:lvl1pPr>
          </a:lstStyle>
          <a:p>
            <a:r>
              <a:rPr lang="en-US"/>
              <a:t>Click to edit Master title style</a:t>
            </a:r>
          </a:p>
        </p:txBody>
      </p:sp>
      <p:sp>
        <p:nvSpPr>
          <p:cNvPr id="3" name="Subtitle 2">
            <a:extLst>
              <a:ext uri="{FF2B5EF4-FFF2-40B4-BE49-F238E27FC236}">
                <a16:creationId xmlns:a16="http://schemas.microsoft.com/office/drawing/2014/main" id="{566E5739-DD96-45FB-B609-3E3447A52FED}"/>
              </a:ext>
            </a:extLst>
          </p:cNvPr>
          <p:cNvSpPr>
            <a:spLocks noGrp="1"/>
          </p:cNvSpPr>
          <p:nvPr>
            <p:ph type="subTitle" idx="1"/>
          </p:nvPr>
        </p:nvSpPr>
        <p:spPr>
          <a:xfrm>
            <a:off x="2487168" y="4142232"/>
            <a:ext cx="7223760" cy="685800"/>
          </a:xfrm>
          <a:solidFill>
            <a:schemeClr val="accent1"/>
          </a:solidFill>
        </p:spPr>
        <p:txBody>
          <a:bodyPr anchor="ctr">
            <a:normAutofit/>
          </a:bodyPr>
          <a:lstStyle>
            <a:lvl1pPr marL="0" indent="0" algn="ctr">
              <a:buNone/>
              <a:defRPr sz="2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6696404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with pictur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5084064" y="1078992"/>
            <a:ext cx="6272784" cy="1536192"/>
          </a:xfrm>
        </p:spPr>
        <p:txBody>
          <a:bodyPr anchor="b">
            <a:normAutofit/>
          </a:bodyPr>
          <a:lstStyle>
            <a:lvl1pPr>
              <a:defRPr sz="5200"/>
            </a:lvl1pPr>
          </a:lstStyle>
          <a:p>
            <a:r>
              <a:rPr lang="en-US"/>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5084064" y="3355848"/>
            <a:ext cx="6272784" cy="2825496"/>
          </a:xfrm>
        </p:spPr>
        <p:txBody>
          <a:bodyPr/>
          <a:lstStyle>
            <a:lvl1pPr>
              <a:buNone/>
              <a:defRPr sz="1800"/>
            </a:lvl1pPr>
          </a:lstStyle>
          <a:p>
            <a:pPr lvl="0"/>
            <a:r>
              <a:rPr lang="en-US"/>
              <a:t>Click to edit Master text styles</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905256" y="6356350"/>
            <a:ext cx="2743200" cy="365125"/>
          </a:xfrm>
        </p:spPr>
        <p:txBody>
          <a:bodyPr/>
          <a:lstStyle/>
          <a:p>
            <a:r>
              <a:rPr lang="en-US"/>
              <a:t>9/4/20XX</a:t>
            </a:r>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a:xfrm>
            <a:off x="4041648" y="6356350"/>
            <a:ext cx="4114800" cy="365125"/>
          </a:xfrm>
        </p:spPr>
        <p:txBody>
          <a:bodyPr/>
          <a:lstStyle/>
          <a:p>
            <a:r>
              <a:rPr lang="en-US"/>
              <a:t>Presentation Title</a:t>
            </a:r>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A65A5C87-DF58-40C8-B092-1DE63DB4547E}" type="slidenum">
              <a:rPr lang="en-US" smtClean="0"/>
              <a:t>‹#›</a:t>
            </a:fld>
            <a:endParaRPr lang="en-US"/>
          </a:p>
        </p:txBody>
      </p:sp>
      <p:sp>
        <p:nvSpPr>
          <p:cNvPr id="7" name="Rectangle 6">
            <a:extLst>
              <a:ext uri="{FF2B5EF4-FFF2-40B4-BE49-F238E27FC236}">
                <a16:creationId xmlns:a16="http://schemas.microsoft.com/office/drawing/2014/main" id="{C3EEEC07-DA87-4415-8D6B-72E1B2686535}"/>
              </a:ext>
            </a:extLst>
          </p:cNvPr>
          <p:cNvSpPr/>
          <p:nvPr userDrawn="1"/>
        </p:nvSpPr>
        <p:spPr>
          <a:xfrm rot="5400000">
            <a:off x="5317960" y="363389"/>
            <a:ext cx="73152"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3CC47E32-D289-4A1B-A3C7-A355CD5572E8}"/>
              </a:ext>
            </a:extLst>
          </p:cNvPr>
          <p:cNvSpPr/>
          <p:nvPr userDrawn="1"/>
        </p:nvSpPr>
        <p:spPr>
          <a:xfrm>
            <a:off x="5099266" y="2935541"/>
            <a:ext cx="621792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Picture Placeholder 14">
            <a:extLst>
              <a:ext uri="{FF2B5EF4-FFF2-40B4-BE49-F238E27FC236}">
                <a16:creationId xmlns:a16="http://schemas.microsoft.com/office/drawing/2014/main" id="{D9F91D62-7A39-4697-A73D-908DBA590EFB}"/>
              </a:ext>
            </a:extLst>
          </p:cNvPr>
          <p:cNvSpPr>
            <a:spLocks noGrp="1"/>
          </p:cNvSpPr>
          <p:nvPr>
            <p:ph type="pic" sz="quarter" idx="13"/>
          </p:nvPr>
        </p:nvSpPr>
        <p:spPr>
          <a:xfrm>
            <a:off x="457200" y="603504"/>
            <a:ext cx="4050792" cy="5577840"/>
          </a:xfrm>
        </p:spPr>
        <p:txBody>
          <a:bodyPr anchor="ctr"/>
          <a:lstStyle>
            <a:lvl1pPr algn="ctr">
              <a:buNone/>
              <a:defRPr/>
            </a:lvl1pPr>
          </a:lstStyle>
          <a:p>
            <a:r>
              <a:rPr lang="en-US"/>
              <a:t>Click icon to add picture</a:t>
            </a:r>
          </a:p>
        </p:txBody>
      </p:sp>
    </p:spTree>
    <p:extLst>
      <p:ext uri="{BB962C8B-B14F-4D97-AF65-F5344CB8AC3E}">
        <p14:creationId xmlns:p14="http://schemas.microsoft.com/office/powerpoint/2010/main" val="38125875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with 2 pictur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612648" y="1078992"/>
            <a:ext cx="6272784" cy="1536192"/>
          </a:xfrm>
        </p:spPr>
        <p:txBody>
          <a:bodyPr anchor="b">
            <a:normAutofit/>
          </a:bodyPr>
          <a:lstStyle>
            <a:lvl1pPr>
              <a:defRPr sz="5200"/>
            </a:lvl1pPr>
          </a:lstStyle>
          <a:p>
            <a:r>
              <a:rPr lang="en-US"/>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612648" y="3355848"/>
            <a:ext cx="6272784" cy="2825496"/>
          </a:xfrm>
        </p:spPr>
        <p:txBody>
          <a:bodyPr/>
          <a:lstStyle>
            <a:lvl1pPr marL="0" indent="0">
              <a:buNone/>
              <a:defRPr sz="1800"/>
            </a:lvl1pPr>
          </a:lstStyle>
          <a:p>
            <a:pPr lvl="0"/>
            <a:r>
              <a:rPr lang="en-US"/>
              <a:t>Click to edit Master text styles</a:t>
            </a:r>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5605272" y="6356350"/>
            <a:ext cx="1280160" cy="365125"/>
          </a:xfrm>
        </p:spPr>
        <p:txBody>
          <a:bodyPr/>
          <a:lstStyle/>
          <a:p>
            <a:fld id="{A65A5C87-DF58-40C8-B092-1DE63DB4547E}" type="slidenum">
              <a:rPr lang="en-US" smtClean="0"/>
              <a:t>‹#›</a:t>
            </a:fld>
            <a:endParaRPr lang="en-US"/>
          </a:p>
        </p:txBody>
      </p:sp>
      <p:sp>
        <p:nvSpPr>
          <p:cNvPr id="7" name="Rectangle 6">
            <a:extLst>
              <a:ext uri="{FF2B5EF4-FFF2-40B4-BE49-F238E27FC236}">
                <a16:creationId xmlns:a16="http://schemas.microsoft.com/office/drawing/2014/main" id="{C3EEEC07-DA87-4415-8D6B-72E1B2686535}"/>
              </a:ext>
            </a:extLst>
          </p:cNvPr>
          <p:cNvSpPr/>
          <p:nvPr userDrawn="1"/>
        </p:nvSpPr>
        <p:spPr>
          <a:xfrm rot="5400000">
            <a:off x="850392" y="365760"/>
            <a:ext cx="73152"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Picture Placeholder 14">
            <a:extLst>
              <a:ext uri="{FF2B5EF4-FFF2-40B4-BE49-F238E27FC236}">
                <a16:creationId xmlns:a16="http://schemas.microsoft.com/office/drawing/2014/main" id="{D9F91D62-7A39-4697-A73D-908DBA590EFB}"/>
              </a:ext>
            </a:extLst>
          </p:cNvPr>
          <p:cNvSpPr>
            <a:spLocks noGrp="1"/>
          </p:cNvSpPr>
          <p:nvPr>
            <p:ph type="pic" sz="quarter" idx="13"/>
          </p:nvPr>
        </p:nvSpPr>
        <p:spPr>
          <a:xfrm>
            <a:off x="7680960" y="4352544"/>
            <a:ext cx="4507992" cy="2505456"/>
          </a:xfrm>
        </p:spPr>
        <p:txBody>
          <a:bodyPr anchor="ctr"/>
          <a:lstStyle>
            <a:lvl1pPr algn="ctr">
              <a:buNone/>
              <a:defRPr/>
            </a:lvl1pPr>
          </a:lstStyle>
          <a:p>
            <a:r>
              <a:rPr lang="en-US"/>
              <a:t>Click icon to add picture</a:t>
            </a:r>
          </a:p>
        </p:txBody>
      </p:sp>
      <p:sp>
        <p:nvSpPr>
          <p:cNvPr id="10" name="Picture Placeholder 14">
            <a:extLst>
              <a:ext uri="{FF2B5EF4-FFF2-40B4-BE49-F238E27FC236}">
                <a16:creationId xmlns:a16="http://schemas.microsoft.com/office/drawing/2014/main" id="{687A7A61-F904-44E0-837C-FB357932BC1E}"/>
              </a:ext>
            </a:extLst>
          </p:cNvPr>
          <p:cNvSpPr>
            <a:spLocks noGrp="1"/>
          </p:cNvSpPr>
          <p:nvPr>
            <p:ph type="pic" sz="quarter" idx="14"/>
          </p:nvPr>
        </p:nvSpPr>
        <p:spPr>
          <a:xfrm>
            <a:off x="7680960" y="0"/>
            <a:ext cx="4507992" cy="4123944"/>
          </a:xfrm>
        </p:spPr>
        <p:txBody>
          <a:bodyPr anchor="ctr"/>
          <a:lstStyle>
            <a:lvl1pPr algn="ctr">
              <a:buNone/>
              <a:defRPr/>
            </a:lvl1pPr>
          </a:lstStyle>
          <a:p>
            <a:r>
              <a:rPr lang="en-US"/>
              <a:t>Click icon to add picture</a:t>
            </a:r>
          </a:p>
        </p:txBody>
      </p:sp>
      <p:sp>
        <p:nvSpPr>
          <p:cNvPr id="8" name="Rectangle 7">
            <a:extLst>
              <a:ext uri="{FF2B5EF4-FFF2-40B4-BE49-F238E27FC236}">
                <a16:creationId xmlns:a16="http://schemas.microsoft.com/office/drawing/2014/main" id="{EEFA3CC7-31ED-4E5A-87A6-AA1D8F4251FC}"/>
              </a:ext>
            </a:extLst>
          </p:cNvPr>
          <p:cNvSpPr/>
          <p:nvPr userDrawn="1"/>
        </p:nvSpPr>
        <p:spPr>
          <a:xfrm>
            <a:off x="621792" y="2935541"/>
            <a:ext cx="621792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71787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B541A812-4D3F-4D65-BA64-BA64E37F2C1D}"/>
              </a:ext>
            </a:extLst>
          </p:cNvPr>
          <p:cNvSpPr/>
          <p:nvPr userDrawn="1"/>
        </p:nvSpPr>
        <p:spPr>
          <a:xfrm>
            <a:off x="665853" y="1533525"/>
            <a:ext cx="10917063" cy="3790950"/>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E44900-E8BF-4B12-8BCB-41076E2B68C7}"/>
              </a:ext>
            </a:extLst>
          </p:cNvPr>
          <p:cNvSpPr>
            <a:spLocks noGrp="1"/>
          </p:cNvSpPr>
          <p:nvPr>
            <p:ph type="title"/>
          </p:nvPr>
        </p:nvSpPr>
        <p:spPr>
          <a:xfrm>
            <a:off x="1078992" y="1938528"/>
            <a:ext cx="7013448" cy="2990088"/>
          </a:xfrm>
        </p:spPr>
        <p:txBody>
          <a:bodyPr anchor="ctr">
            <a:normAutofit/>
          </a:bodyPr>
          <a:lstStyle>
            <a:lvl1pPr>
              <a:defRPr sz="5400"/>
            </a:lvl1pPr>
          </a:lstStyle>
          <a:p>
            <a:r>
              <a:rPr lang="en-US"/>
              <a:t>Click to edit Master title style</a:t>
            </a:r>
          </a:p>
        </p:txBody>
      </p:sp>
      <p:sp>
        <p:nvSpPr>
          <p:cNvPr id="3" name="Text Placeholder 2">
            <a:extLst>
              <a:ext uri="{FF2B5EF4-FFF2-40B4-BE49-F238E27FC236}">
                <a16:creationId xmlns:a16="http://schemas.microsoft.com/office/drawing/2014/main" id="{917741F9-B00F-4463-A257-6B66DABD9B4E}"/>
              </a:ext>
            </a:extLst>
          </p:cNvPr>
          <p:cNvSpPr>
            <a:spLocks noGrp="1"/>
          </p:cNvSpPr>
          <p:nvPr>
            <p:ph type="body" idx="1"/>
          </p:nvPr>
        </p:nvSpPr>
        <p:spPr>
          <a:xfrm>
            <a:off x="8613648" y="1938528"/>
            <a:ext cx="2688336" cy="2990088"/>
          </a:xfrm>
          <a:solidFill>
            <a:schemeClr val="accent1"/>
          </a:solidFill>
        </p:spPr>
        <p:txBody>
          <a:bodyPr anchor="ctr">
            <a:normAutofit/>
          </a:bodyPr>
          <a:lstStyle>
            <a:lvl1pPr marL="0" indent="0">
              <a:buNone/>
              <a:defRPr sz="28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2" name="Rectangle 11">
            <a:extLst>
              <a:ext uri="{FF2B5EF4-FFF2-40B4-BE49-F238E27FC236}">
                <a16:creationId xmlns:a16="http://schemas.microsoft.com/office/drawing/2014/main" id="{5716BBE9-8A9C-450B-A235-677945C7ED44}"/>
              </a:ext>
            </a:extLst>
          </p:cNvPr>
          <p:cNvSpPr/>
          <p:nvPr userDrawn="1"/>
        </p:nvSpPr>
        <p:spPr>
          <a:xfrm>
            <a:off x="609084" y="2965074"/>
            <a:ext cx="12801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9855E7BF-3629-4C02-98DF-CFC1C93CE036}"/>
              </a:ext>
            </a:extLst>
          </p:cNvPr>
          <p:cNvSpPr/>
          <p:nvPr userDrawn="1"/>
        </p:nvSpPr>
        <p:spPr>
          <a:xfrm rot="5400000">
            <a:off x="7360539" y="3424428"/>
            <a:ext cx="2103120" cy="9144"/>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335400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userDrawn="1"/>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01852" y="6356350"/>
            <a:ext cx="2743200" cy="365125"/>
          </a:xfrm>
        </p:spPr>
        <p:txBody>
          <a:bodyPr/>
          <a:lstStyle/>
          <a:p>
            <a:r>
              <a:rPr lang="en-US"/>
              <a:t>9/4/20XX</a:t>
            </a:r>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r>
              <a:rPr lang="en-US"/>
              <a:t>Presentation Title</a:t>
            </a:r>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A65A5C87-DF58-40C8-B092-1DE63DB4547E}" type="slidenum">
              <a:rPr lang="en-US" smtClean="0"/>
              <a:t>‹#›</a:t>
            </a:fld>
            <a:endParaRPr lang="en-US"/>
          </a:p>
        </p:txBody>
      </p:sp>
    </p:spTree>
    <p:extLst>
      <p:ext uri="{BB962C8B-B14F-4D97-AF65-F5344CB8AC3E}">
        <p14:creationId xmlns:p14="http://schemas.microsoft.com/office/powerpoint/2010/main" val="33938697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44900-E8BF-4B12-8BCB-41076E2B68C7}"/>
              </a:ext>
            </a:extLst>
          </p:cNvPr>
          <p:cNvSpPr>
            <a:spLocks noGrp="1"/>
          </p:cNvSpPr>
          <p:nvPr>
            <p:ph type="title"/>
          </p:nvPr>
        </p:nvSpPr>
        <p:spPr>
          <a:xfrm>
            <a:off x="557784" y="640080"/>
            <a:ext cx="10890504" cy="4114800"/>
          </a:xfrm>
        </p:spPr>
        <p:txBody>
          <a:bodyPr anchor="ctr">
            <a:normAutofit/>
          </a:bodyPr>
          <a:lstStyle>
            <a:lvl1pPr algn="ctr">
              <a:defRPr sz="4800"/>
            </a:lvl1pPr>
          </a:lstStyle>
          <a:p>
            <a:r>
              <a:rPr lang="en-US"/>
              <a:t>Click to edit Master title style</a:t>
            </a:r>
          </a:p>
        </p:txBody>
      </p:sp>
      <p:sp useBgFill="1">
        <p:nvSpPr>
          <p:cNvPr id="4" name="Rectangle 3">
            <a:extLst>
              <a:ext uri="{FF2B5EF4-FFF2-40B4-BE49-F238E27FC236}">
                <a16:creationId xmlns:a16="http://schemas.microsoft.com/office/drawing/2014/main" id="{673635DF-99E4-4A0C-A272-D9FF87695DE7}"/>
              </a:ext>
            </a:extLst>
          </p:cNvPr>
          <p:cNvSpPr/>
          <p:nvPr userDrawn="1"/>
        </p:nvSpPr>
        <p:spPr>
          <a:xfrm>
            <a:off x="558210" y="4981421"/>
            <a:ext cx="11134956" cy="822960"/>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Rectangle 4">
            <a:extLst>
              <a:ext uri="{FF2B5EF4-FFF2-40B4-BE49-F238E27FC236}">
                <a16:creationId xmlns:a16="http://schemas.microsoft.com/office/drawing/2014/main" id="{5590C76F-6331-4485-AA5B-D61483481F68}"/>
              </a:ext>
            </a:extLst>
          </p:cNvPr>
          <p:cNvSpPr/>
          <p:nvPr userDrawn="1"/>
        </p:nvSpPr>
        <p:spPr>
          <a:xfrm>
            <a:off x="498834" y="5118581"/>
            <a:ext cx="146304"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Text Placeholder 2">
            <a:extLst>
              <a:ext uri="{FF2B5EF4-FFF2-40B4-BE49-F238E27FC236}">
                <a16:creationId xmlns:a16="http://schemas.microsoft.com/office/drawing/2014/main" id="{917741F9-B00F-4463-A257-6B66DABD9B4E}"/>
              </a:ext>
            </a:extLst>
          </p:cNvPr>
          <p:cNvSpPr>
            <a:spLocks noGrp="1"/>
          </p:cNvSpPr>
          <p:nvPr>
            <p:ph type="body" idx="1"/>
          </p:nvPr>
        </p:nvSpPr>
        <p:spPr>
          <a:xfrm>
            <a:off x="841248" y="5102352"/>
            <a:ext cx="10607040" cy="585216"/>
          </a:xfrm>
          <a:solidFill>
            <a:schemeClr val="accent1"/>
          </a:solidFill>
        </p:spPr>
        <p:txBody>
          <a:bodyPr anchor="ctr">
            <a:normAutofit/>
          </a:bodyPr>
          <a:lstStyle>
            <a:lvl1pPr marL="0" indent="0">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6" name="Date Placeholder 5">
            <a:extLst>
              <a:ext uri="{FF2B5EF4-FFF2-40B4-BE49-F238E27FC236}">
                <a16:creationId xmlns:a16="http://schemas.microsoft.com/office/drawing/2014/main" id="{ECB2BA4C-9ADA-41DB-B758-9E3CFECDF528}"/>
              </a:ext>
            </a:extLst>
          </p:cNvPr>
          <p:cNvSpPr>
            <a:spLocks noGrp="1"/>
          </p:cNvSpPr>
          <p:nvPr>
            <p:ph type="dt" sz="half" idx="10"/>
          </p:nvPr>
        </p:nvSpPr>
        <p:spPr>
          <a:xfrm>
            <a:off x="905256" y="6356350"/>
            <a:ext cx="2743200" cy="365125"/>
          </a:xfrm>
        </p:spPr>
        <p:txBody>
          <a:bodyPr/>
          <a:lstStyle/>
          <a:p>
            <a:r>
              <a:rPr lang="en-US"/>
              <a:t>9/4/20XX</a:t>
            </a:r>
          </a:p>
        </p:txBody>
      </p:sp>
      <p:sp>
        <p:nvSpPr>
          <p:cNvPr id="10" name="Footer Placeholder 9">
            <a:extLst>
              <a:ext uri="{FF2B5EF4-FFF2-40B4-BE49-F238E27FC236}">
                <a16:creationId xmlns:a16="http://schemas.microsoft.com/office/drawing/2014/main" id="{20957ADB-410A-48BE-AA95-3A708314B02A}"/>
              </a:ext>
            </a:extLst>
          </p:cNvPr>
          <p:cNvSpPr>
            <a:spLocks noGrp="1"/>
          </p:cNvSpPr>
          <p:nvPr>
            <p:ph type="ftr" sz="quarter" idx="11"/>
          </p:nvPr>
        </p:nvSpPr>
        <p:spPr/>
        <p:txBody>
          <a:bodyPr/>
          <a:lstStyle/>
          <a:p>
            <a:r>
              <a:rPr lang="en-US"/>
              <a:t>Presentation Title</a:t>
            </a:r>
          </a:p>
        </p:txBody>
      </p:sp>
      <p:sp>
        <p:nvSpPr>
          <p:cNvPr id="11" name="Slide Number Placeholder 10">
            <a:extLst>
              <a:ext uri="{FF2B5EF4-FFF2-40B4-BE49-F238E27FC236}">
                <a16:creationId xmlns:a16="http://schemas.microsoft.com/office/drawing/2014/main" id="{5112591B-8032-4FDF-9B26-8F505642C5C2}"/>
              </a:ext>
            </a:extLst>
          </p:cNvPr>
          <p:cNvSpPr>
            <a:spLocks noGrp="1"/>
          </p:cNvSpPr>
          <p:nvPr>
            <p:ph type="sldNum" sz="quarter" idx="12"/>
          </p:nvPr>
        </p:nvSpPr>
        <p:spPr>
          <a:xfrm>
            <a:off x="8540496" y="6356350"/>
            <a:ext cx="2743200" cy="365125"/>
          </a:xfrm>
        </p:spPr>
        <p:txBody>
          <a:bodyPr/>
          <a:lstStyle/>
          <a:p>
            <a:fld id="{A65A5C87-DF58-40C8-B092-1DE63DB4547E}" type="slidenum">
              <a:rPr lang="en-US" smtClean="0"/>
              <a:t>‹#›</a:t>
            </a:fld>
            <a:endParaRPr lang="en-US"/>
          </a:p>
        </p:txBody>
      </p:sp>
    </p:spTree>
    <p:extLst>
      <p:ext uri="{BB962C8B-B14F-4D97-AF65-F5344CB8AC3E}">
        <p14:creationId xmlns:p14="http://schemas.microsoft.com/office/powerpoint/2010/main" val="42445221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42F4163-FF9F-453F-99BB-82B8FDB0A1F9}"/>
              </a:ext>
            </a:extLst>
          </p:cNvPr>
          <p:cNvSpPr/>
          <p:nvPr userDrawn="1"/>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Picture Placeholder 14">
            <a:extLst>
              <a:ext uri="{FF2B5EF4-FFF2-40B4-BE49-F238E27FC236}">
                <a16:creationId xmlns:a16="http://schemas.microsoft.com/office/drawing/2014/main" id="{D9F91D62-7A39-4697-A73D-908DBA590EFB}"/>
              </a:ext>
            </a:extLst>
          </p:cNvPr>
          <p:cNvSpPr>
            <a:spLocks noGrp="1"/>
          </p:cNvSpPr>
          <p:nvPr>
            <p:ph type="pic" sz="quarter" idx="13" hasCustomPrompt="1"/>
          </p:nvPr>
        </p:nvSpPr>
        <p:spPr>
          <a:xfrm>
            <a:off x="5422392" y="2798064"/>
            <a:ext cx="1463040" cy="1481328"/>
          </a:xfrm>
        </p:spPr>
        <p:txBody>
          <a:bodyPr anchor="ctr"/>
          <a:lstStyle>
            <a:lvl1pPr algn="ctr">
              <a:buNone/>
              <a:defRPr/>
            </a:lvl1pPr>
          </a:lstStyle>
          <a:p>
            <a:r>
              <a:rPr lang="en-US"/>
              <a:t>Picture</a:t>
            </a:r>
          </a:p>
        </p:txBody>
      </p:sp>
      <p:sp>
        <p:nvSpPr>
          <p:cNvPr id="10" name="Picture Placeholder 14">
            <a:extLst>
              <a:ext uri="{FF2B5EF4-FFF2-40B4-BE49-F238E27FC236}">
                <a16:creationId xmlns:a16="http://schemas.microsoft.com/office/drawing/2014/main" id="{687A7A61-F904-44E0-837C-FB357932BC1E}"/>
              </a:ext>
            </a:extLst>
          </p:cNvPr>
          <p:cNvSpPr>
            <a:spLocks noGrp="1"/>
          </p:cNvSpPr>
          <p:nvPr>
            <p:ph type="pic" sz="quarter" idx="14" hasCustomPrompt="1"/>
          </p:nvPr>
        </p:nvSpPr>
        <p:spPr>
          <a:xfrm>
            <a:off x="576072" y="2798064"/>
            <a:ext cx="1463040" cy="1481328"/>
          </a:xfrm>
        </p:spPr>
        <p:txBody>
          <a:bodyPr anchor="ctr"/>
          <a:lstStyle>
            <a:lvl1pPr algn="ctr">
              <a:buNone/>
              <a:defRPr/>
            </a:lvl1pPr>
          </a:lstStyle>
          <a:p>
            <a:r>
              <a:rPr lang="en-US"/>
              <a:t>Picture</a:t>
            </a:r>
          </a:p>
        </p:txBody>
      </p:sp>
      <p:sp>
        <p:nvSpPr>
          <p:cNvPr id="16" name="Picture Placeholder 14">
            <a:extLst>
              <a:ext uri="{FF2B5EF4-FFF2-40B4-BE49-F238E27FC236}">
                <a16:creationId xmlns:a16="http://schemas.microsoft.com/office/drawing/2014/main" id="{6B8374DB-2C54-426F-9768-7B838BE1F98D}"/>
              </a:ext>
            </a:extLst>
          </p:cNvPr>
          <p:cNvSpPr>
            <a:spLocks noGrp="1"/>
          </p:cNvSpPr>
          <p:nvPr>
            <p:ph type="pic" sz="quarter" idx="21" hasCustomPrompt="1"/>
          </p:nvPr>
        </p:nvSpPr>
        <p:spPr>
          <a:xfrm>
            <a:off x="7845552" y="2798064"/>
            <a:ext cx="1463040" cy="1481328"/>
          </a:xfrm>
        </p:spPr>
        <p:txBody>
          <a:bodyPr anchor="ctr"/>
          <a:lstStyle>
            <a:lvl1pPr algn="ctr">
              <a:buNone/>
              <a:defRPr/>
            </a:lvl1pPr>
          </a:lstStyle>
          <a:p>
            <a:r>
              <a:rPr lang="en-US"/>
              <a:t>Picture</a:t>
            </a:r>
          </a:p>
        </p:txBody>
      </p:sp>
      <p:sp>
        <p:nvSpPr>
          <p:cNvPr id="27" name="Rectangle 26">
            <a:extLst>
              <a:ext uri="{FF2B5EF4-FFF2-40B4-BE49-F238E27FC236}">
                <a16:creationId xmlns:a16="http://schemas.microsoft.com/office/drawing/2014/main" id="{76763C05-47FB-4725-A20D-066889246220}"/>
              </a:ext>
            </a:extLst>
          </p:cNvPr>
          <p:cNvSpPr/>
          <p:nvPr userDrawn="1"/>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8" name="Title 1">
            <a:extLst>
              <a:ext uri="{FF2B5EF4-FFF2-40B4-BE49-F238E27FC236}">
                <a16:creationId xmlns:a16="http://schemas.microsoft.com/office/drawing/2014/main" id="{9EDC39EC-C00D-4DE8-8828-E0E5AD579F19}"/>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2" name="Picture Placeholder 14">
            <a:extLst>
              <a:ext uri="{FF2B5EF4-FFF2-40B4-BE49-F238E27FC236}">
                <a16:creationId xmlns:a16="http://schemas.microsoft.com/office/drawing/2014/main" id="{AC393A50-B0FA-44B0-850A-6E748DECA20A}"/>
              </a:ext>
            </a:extLst>
          </p:cNvPr>
          <p:cNvSpPr>
            <a:spLocks noGrp="1"/>
          </p:cNvSpPr>
          <p:nvPr>
            <p:ph type="pic" sz="quarter" idx="28" hasCustomPrompt="1"/>
          </p:nvPr>
        </p:nvSpPr>
        <p:spPr>
          <a:xfrm>
            <a:off x="2999232" y="2798064"/>
            <a:ext cx="1463040" cy="1481328"/>
          </a:xfrm>
        </p:spPr>
        <p:txBody>
          <a:bodyPr anchor="ctr"/>
          <a:lstStyle>
            <a:lvl1pPr algn="ctr">
              <a:buNone/>
              <a:defRPr/>
            </a:lvl1pPr>
          </a:lstStyle>
          <a:p>
            <a:r>
              <a:rPr lang="en-US"/>
              <a:t>Picture</a:t>
            </a:r>
          </a:p>
        </p:txBody>
      </p:sp>
      <p:sp>
        <p:nvSpPr>
          <p:cNvPr id="33" name="Picture Placeholder 14">
            <a:extLst>
              <a:ext uri="{FF2B5EF4-FFF2-40B4-BE49-F238E27FC236}">
                <a16:creationId xmlns:a16="http://schemas.microsoft.com/office/drawing/2014/main" id="{C19D18E3-AE27-4902-A5E1-1E388C8CA886}"/>
              </a:ext>
            </a:extLst>
          </p:cNvPr>
          <p:cNvSpPr>
            <a:spLocks noGrp="1"/>
          </p:cNvSpPr>
          <p:nvPr>
            <p:ph type="pic" sz="quarter" idx="29" hasCustomPrompt="1"/>
          </p:nvPr>
        </p:nvSpPr>
        <p:spPr>
          <a:xfrm>
            <a:off x="10268712" y="2798064"/>
            <a:ext cx="1463040" cy="1481328"/>
          </a:xfrm>
        </p:spPr>
        <p:txBody>
          <a:bodyPr anchor="ctr"/>
          <a:lstStyle>
            <a:lvl1pPr algn="ctr">
              <a:buNone/>
              <a:defRPr/>
            </a:lvl1pPr>
          </a:lstStyle>
          <a:p>
            <a:r>
              <a:rPr lang="en-US"/>
              <a:t>Picture</a:t>
            </a:r>
          </a:p>
        </p:txBody>
      </p:sp>
      <p:sp>
        <p:nvSpPr>
          <p:cNvPr id="11" name="Date Placeholder 10">
            <a:extLst>
              <a:ext uri="{FF2B5EF4-FFF2-40B4-BE49-F238E27FC236}">
                <a16:creationId xmlns:a16="http://schemas.microsoft.com/office/drawing/2014/main" id="{C4A1E4D4-19E0-496B-BBAF-99A720781C00}"/>
              </a:ext>
            </a:extLst>
          </p:cNvPr>
          <p:cNvSpPr>
            <a:spLocks noGrp="1"/>
          </p:cNvSpPr>
          <p:nvPr>
            <p:ph type="dt" sz="half" idx="32"/>
          </p:nvPr>
        </p:nvSpPr>
        <p:spPr>
          <a:xfrm>
            <a:off x="905256" y="6356350"/>
            <a:ext cx="2743200" cy="365125"/>
          </a:xfrm>
        </p:spPr>
        <p:txBody>
          <a:bodyPr/>
          <a:lstStyle/>
          <a:p>
            <a:r>
              <a:rPr lang="en-US"/>
              <a:t>9/4/20XX</a:t>
            </a:r>
          </a:p>
        </p:txBody>
      </p:sp>
      <p:sp>
        <p:nvSpPr>
          <p:cNvPr id="12" name="Footer Placeholder 11">
            <a:extLst>
              <a:ext uri="{FF2B5EF4-FFF2-40B4-BE49-F238E27FC236}">
                <a16:creationId xmlns:a16="http://schemas.microsoft.com/office/drawing/2014/main" id="{D0281C10-EAAA-4F45-8CC9-87F9F9116C21}"/>
              </a:ext>
            </a:extLst>
          </p:cNvPr>
          <p:cNvSpPr>
            <a:spLocks noGrp="1"/>
          </p:cNvSpPr>
          <p:nvPr>
            <p:ph type="ftr" sz="quarter" idx="33"/>
          </p:nvPr>
        </p:nvSpPr>
        <p:spPr/>
        <p:txBody>
          <a:bodyPr/>
          <a:lstStyle/>
          <a:p>
            <a:r>
              <a:rPr lang="en-US"/>
              <a:t>Presentation Title</a:t>
            </a:r>
          </a:p>
        </p:txBody>
      </p:sp>
      <p:sp>
        <p:nvSpPr>
          <p:cNvPr id="13" name="Slide Number Placeholder 12">
            <a:extLst>
              <a:ext uri="{FF2B5EF4-FFF2-40B4-BE49-F238E27FC236}">
                <a16:creationId xmlns:a16="http://schemas.microsoft.com/office/drawing/2014/main" id="{389175D6-43FD-42A2-8595-893FC3BFCDF6}"/>
              </a:ext>
            </a:extLst>
          </p:cNvPr>
          <p:cNvSpPr>
            <a:spLocks noGrp="1"/>
          </p:cNvSpPr>
          <p:nvPr>
            <p:ph type="sldNum" sz="quarter" idx="34"/>
          </p:nvPr>
        </p:nvSpPr>
        <p:spPr/>
        <p:txBody>
          <a:bodyPr/>
          <a:lstStyle/>
          <a:p>
            <a:fld id="{A65A5C87-DF58-40C8-B092-1DE63DB4547E}" type="slidenum">
              <a:rPr lang="en-US" smtClean="0"/>
              <a:t>‹#›</a:t>
            </a:fld>
            <a:endParaRPr lang="en-US"/>
          </a:p>
        </p:txBody>
      </p:sp>
      <p:sp>
        <p:nvSpPr>
          <p:cNvPr id="37" name="Text Placeholder 35">
            <a:extLst>
              <a:ext uri="{FF2B5EF4-FFF2-40B4-BE49-F238E27FC236}">
                <a16:creationId xmlns:a16="http://schemas.microsoft.com/office/drawing/2014/main" id="{28F74B10-F76D-4BBB-A284-01D5A0DF8BCB}"/>
              </a:ext>
            </a:extLst>
          </p:cNvPr>
          <p:cNvSpPr>
            <a:spLocks noGrp="1"/>
          </p:cNvSpPr>
          <p:nvPr>
            <p:ph type="body" sz="quarter" idx="36" hasCustomPrompt="1"/>
          </p:nvPr>
        </p:nvSpPr>
        <p:spPr>
          <a:xfrm>
            <a:off x="5431536" y="4489704"/>
            <a:ext cx="1462088" cy="649288"/>
          </a:xfrm>
        </p:spPr>
        <p:txBody>
          <a:bodyPr/>
          <a:lstStyle>
            <a:lvl1pPr marL="0" indent="0" algn="ctr">
              <a:lnSpc>
                <a:spcPct val="100000"/>
              </a:lnSpc>
              <a:spcBef>
                <a:spcPts val="0"/>
              </a:spcBef>
              <a:buNone/>
              <a:defRPr sz="2000"/>
            </a:lvl1pPr>
            <a:lvl2pPr marL="0" indent="0" algn="ctr">
              <a:lnSpc>
                <a:spcPct val="100000"/>
              </a:lnSpc>
              <a:spcBef>
                <a:spcPts val="0"/>
              </a:spcBef>
              <a:buNone/>
              <a:defRPr sz="1600"/>
            </a:lvl2pPr>
            <a:lvl3pPr>
              <a:defRPr sz="2000"/>
            </a:lvl3pPr>
            <a:lvl4pPr>
              <a:defRPr sz="2000"/>
            </a:lvl4pPr>
            <a:lvl5pPr>
              <a:defRPr sz="2000"/>
            </a:lvl5pPr>
          </a:lstStyle>
          <a:p>
            <a:pPr lvl="0"/>
            <a:r>
              <a:rPr lang="en-US"/>
              <a:t>Name</a:t>
            </a:r>
          </a:p>
          <a:p>
            <a:pPr lvl="1"/>
            <a:r>
              <a:rPr lang="en-US"/>
              <a:t>Title</a:t>
            </a:r>
          </a:p>
        </p:txBody>
      </p:sp>
      <p:sp>
        <p:nvSpPr>
          <p:cNvPr id="38" name="Text Placeholder 35">
            <a:extLst>
              <a:ext uri="{FF2B5EF4-FFF2-40B4-BE49-F238E27FC236}">
                <a16:creationId xmlns:a16="http://schemas.microsoft.com/office/drawing/2014/main" id="{BD245DC2-6D7B-4AEE-B8EE-0D0E473AFFF5}"/>
              </a:ext>
            </a:extLst>
          </p:cNvPr>
          <p:cNvSpPr>
            <a:spLocks noGrp="1"/>
          </p:cNvSpPr>
          <p:nvPr>
            <p:ph type="body" sz="quarter" idx="37" hasCustomPrompt="1"/>
          </p:nvPr>
        </p:nvSpPr>
        <p:spPr>
          <a:xfrm>
            <a:off x="7845552" y="4489704"/>
            <a:ext cx="1462088" cy="649288"/>
          </a:xfrm>
        </p:spPr>
        <p:txBody>
          <a:bodyPr/>
          <a:lstStyle>
            <a:lvl1pPr marL="0" indent="0" algn="ctr">
              <a:lnSpc>
                <a:spcPct val="100000"/>
              </a:lnSpc>
              <a:spcBef>
                <a:spcPts val="0"/>
              </a:spcBef>
              <a:buNone/>
              <a:defRPr sz="2000"/>
            </a:lvl1pPr>
            <a:lvl2pPr marL="0" indent="0" algn="ctr">
              <a:lnSpc>
                <a:spcPct val="100000"/>
              </a:lnSpc>
              <a:spcBef>
                <a:spcPts val="0"/>
              </a:spcBef>
              <a:buNone/>
              <a:defRPr sz="1600"/>
            </a:lvl2pPr>
            <a:lvl3pPr>
              <a:defRPr sz="2000"/>
            </a:lvl3pPr>
            <a:lvl4pPr>
              <a:defRPr sz="2000"/>
            </a:lvl4pPr>
            <a:lvl5pPr>
              <a:defRPr sz="2000"/>
            </a:lvl5pPr>
          </a:lstStyle>
          <a:p>
            <a:pPr lvl="0"/>
            <a:r>
              <a:rPr lang="en-US"/>
              <a:t>Name</a:t>
            </a:r>
          </a:p>
          <a:p>
            <a:pPr lvl="1"/>
            <a:r>
              <a:rPr lang="en-US"/>
              <a:t>Title</a:t>
            </a:r>
          </a:p>
        </p:txBody>
      </p:sp>
      <p:sp>
        <p:nvSpPr>
          <p:cNvPr id="39" name="Text Placeholder 35">
            <a:extLst>
              <a:ext uri="{FF2B5EF4-FFF2-40B4-BE49-F238E27FC236}">
                <a16:creationId xmlns:a16="http://schemas.microsoft.com/office/drawing/2014/main" id="{28069EAF-8C82-49CC-8A38-2ACAD26F7DE9}"/>
              </a:ext>
            </a:extLst>
          </p:cNvPr>
          <p:cNvSpPr>
            <a:spLocks noGrp="1"/>
          </p:cNvSpPr>
          <p:nvPr>
            <p:ph type="body" sz="quarter" idx="38" hasCustomPrompt="1"/>
          </p:nvPr>
        </p:nvSpPr>
        <p:spPr>
          <a:xfrm>
            <a:off x="10268712" y="4489704"/>
            <a:ext cx="1462088" cy="649288"/>
          </a:xfrm>
        </p:spPr>
        <p:txBody>
          <a:bodyPr/>
          <a:lstStyle>
            <a:lvl1pPr marL="0" indent="0" algn="ctr">
              <a:lnSpc>
                <a:spcPct val="100000"/>
              </a:lnSpc>
              <a:spcBef>
                <a:spcPts val="0"/>
              </a:spcBef>
              <a:buNone/>
              <a:defRPr sz="2000"/>
            </a:lvl1pPr>
            <a:lvl2pPr marL="0" indent="0" algn="ctr">
              <a:lnSpc>
                <a:spcPct val="100000"/>
              </a:lnSpc>
              <a:spcBef>
                <a:spcPts val="0"/>
              </a:spcBef>
              <a:buNone/>
              <a:defRPr sz="1600"/>
            </a:lvl2pPr>
            <a:lvl3pPr>
              <a:defRPr sz="2000"/>
            </a:lvl3pPr>
            <a:lvl4pPr>
              <a:defRPr sz="2000"/>
            </a:lvl4pPr>
            <a:lvl5pPr>
              <a:defRPr sz="2000"/>
            </a:lvl5pPr>
          </a:lstStyle>
          <a:p>
            <a:pPr lvl="0"/>
            <a:r>
              <a:rPr lang="en-US"/>
              <a:t>Name</a:t>
            </a:r>
          </a:p>
          <a:p>
            <a:pPr lvl="1"/>
            <a:r>
              <a:rPr lang="en-US"/>
              <a:t>Title</a:t>
            </a:r>
          </a:p>
        </p:txBody>
      </p:sp>
      <p:sp>
        <p:nvSpPr>
          <p:cNvPr id="40" name="Text Placeholder 35">
            <a:extLst>
              <a:ext uri="{FF2B5EF4-FFF2-40B4-BE49-F238E27FC236}">
                <a16:creationId xmlns:a16="http://schemas.microsoft.com/office/drawing/2014/main" id="{DAA3B1CD-59B3-4B73-B91A-88CED1D8FDD6}"/>
              </a:ext>
            </a:extLst>
          </p:cNvPr>
          <p:cNvSpPr>
            <a:spLocks noGrp="1"/>
          </p:cNvSpPr>
          <p:nvPr>
            <p:ph type="body" sz="quarter" idx="39" hasCustomPrompt="1"/>
          </p:nvPr>
        </p:nvSpPr>
        <p:spPr>
          <a:xfrm>
            <a:off x="594360" y="4489704"/>
            <a:ext cx="1462088" cy="649288"/>
          </a:xfrm>
        </p:spPr>
        <p:txBody>
          <a:bodyPr/>
          <a:lstStyle>
            <a:lvl1pPr marL="0" indent="0" algn="ctr">
              <a:lnSpc>
                <a:spcPct val="100000"/>
              </a:lnSpc>
              <a:spcBef>
                <a:spcPts val="0"/>
              </a:spcBef>
              <a:buNone/>
              <a:defRPr sz="2000"/>
            </a:lvl1pPr>
            <a:lvl2pPr marL="0" indent="0" algn="ctr">
              <a:lnSpc>
                <a:spcPct val="100000"/>
              </a:lnSpc>
              <a:spcBef>
                <a:spcPts val="0"/>
              </a:spcBef>
              <a:buNone/>
              <a:defRPr sz="1600"/>
            </a:lvl2pPr>
            <a:lvl3pPr>
              <a:defRPr sz="2000"/>
            </a:lvl3pPr>
            <a:lvl4pPr>
              <a:defRPr sz="2000"/>
            </a:lvl4pPr>
            <a:lvl5pPr>
              <a:defRPr sz="2000"/>
            </a:lvl5pPr>
          </a:lstStyle>
          <a:p>
            <a:pPr lvl="0"/>
            <a:r>
              <a:rPr lang="en-US"/>
              <a:t>Name</a:t>
            </a:r>
          </a:p>
          <a:p>
            <a:pPr lvl="1"/>
            <a:r>
              <a:rPr lang="en-US"/>
              <a:t>Title</a:t>
            </a:r>
          </a:p>
        </p:txBody>
      </p:sp>
      <p:sp>
        <p:nvSpPr>
          <p:cNvPr id="41" name="Text Placeholder 35">
            <a:extLst>
              <a:ext uri="{FF2B5EF4-FFF2-40B4-BE49-F238E27FC236}">
                <a16:creationId xmlns:a16="http://schemas.microsoft.com/office/drawing/2014/main" id="{C1FED6B0-DEB7-46E3-8038-FE6788AC24A9}"/>
              </a:ext>
            </a:extLst>
          </p:cNvPr>
          <p:cNvSpPr>
            <a:spLocks noGrp="1"/>
          </p:cNvSpPr>
          <p:nvPr>
            <p:ph type="body" sz="quarter" idx="35" hasCustomPrompt="1"/>
          </p:nvPr>
        </p:nvSpPr>
        <p:spPr>
          <a:xfrm>
            <a:off x="3008376" y="4489704"/>
            <a:ext cx="1462088" cy="649288"/>
          </a:xfrm>
        </p:spPr>
        <p:txBody>
          <a:bodyPr/>
          <a:lstStyle>
            <a:lvl1pPr marL="0" indent="0" algn="ctr">
              <a:lnSpc>
                <a:spcPct val="100000"/>
              </a:lnSpc>
              <a:spcBef>
                <a:spcPts val="0"/>
              </a:spcBef>
              <a:buNone/>
              <a:defRPr sz="2000"/>
            </a:lvl1pPr>
            <a:lvl2pPr marL="0" indent="0" algn="ctr">
              <a:lnSpc>
                <a:spcPct val="100000"/>
              </a:lnSpc>
              <a:spcBef>
                <a:spcPts val="0"/>
              </a:spcBef>
              <a:buNone/>
              <a:defRPr sz="1600"/>
            </a:lvl2pPr>
            <a:lvl3pPr>
              <a:defRPr sz="2000"/>
            </a:lvl3pPr>
            <a:lvl4pPr>
              <a:defRPr sz="2000"/>
            </a:lvl4pPr>
            <a:lvl5pPr>
              <a:defRPr sz="2000"/>
            </a:lvl5pPr>
          </a:lstStyle>
          <a:p>
            <a:pPr lvl="0"/>
            <a:r>
              <a:rPr lang="en-US"/>
              <a:t>Name</a:t>
            </a:r>
          </a:p>
          <a:p>
            <a:pPr lvl="1"/>
            <a:r>
              <a:rPr lang="en-US"/>
              <a:t>Title</a:t>
            </a:r>
          </a:p>
        </p:txBody>
      </p:sp>
    </p:spTree>
    <p:extLst>
      <p:ext uri="{BB962C8B-B14F-4D97-AF65-F5344CB8AC3E}">
        <p14:creationId xmlns:p14="http://schemas.microsoft.com/office/powerpoint/2010/main" val="4315117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B671BDE-E45C-41A1-9B98-4A607D703855}"/>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C3D0D377-28B0-417D-886B-9483AF064975}"/>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F8F91F8-0767-40B5-A3AA-72931FC192EA}"/>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Text Placeholder 2">
            <a:extLst>
              <a:ext uri="{FF2B5EF4-FFF2-40B4-BE49-F238E27FC236}">
                <a16:creationId xmlns:a16="http://schemas.microsoft.com/office/drawing/2014/main" id="{AAAE0554-8BEE-4BF6-9519-51B8475D35E1}"/>
              </a:ext>
            </a:extLst>
          </p:cNvPr>
          <p:cNvSpPr>
            <a:spLocks noGrp="1"/>
          </p:cNvSpPr>
          <p:nvPr>
            <p:ph type="body" idx="1"/>
          </p:nvPr>
        </p:nvSpPr>
        <p:spPr>
          <a:xfrm>
            <a:off x="1115568"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D4A358D-C930-48E0-B372-06A826B74C47}"/>
              </a:ext>
            </a:extLst>
          </p:cNvPr>
          <p:cNvSpPr>
            <a:spLocks noGrp="1"/>
          </p:cNvSpPr>
          <p:nvPr>
            <p:ph sz="half" idx="2"/>
          </p:nvPr>
        </p:nvSpPr>
        <p:spPr>
          <a:xfrm>
            <a:off x="1115568" y="3203688"/>
            <a:ext cx="4937760" cy="2968512"/>
          </a:xfrm>
        </p:spPr>
        <p:txBody>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3B6615E-4966-4150-83B6-C47591B36383}"/>
              </a:ext>
            </a:extLst>
          </p:cNvPr>
          <p:cNvSpPr>
            <a:spLocks noGrp="1"/>
          </p:cNvSpPr>
          <p:nvPr>
            <p:ph type="body" sz="quarter" idx="3"/>
          </p:nvPr>
        </p:nvSpPr>
        <p:spPr>
          <a:xfrm>
            <a:off x="6345936"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409F6B-C17B-4B4F-9F35-5068BDC4E2FD}"/>
              </a:ext>
            </a:extLst>
          </p:cNvPr>
          <p:cNvSpPr>
            <a:spLocks noGrp="1"/>
          </p:cNvSpPr>
          <p:nvPr>
            <p:ph sz="quarter" idx="4"/>
          </p:nvPr>
        </p:nvSpPr>
        <p:spPr>
          <a:xfrm>
            <a:off x="6345936" y="3203687"/>
            <a:ext cx="4937760" cy="2968511"/>
          </a:xfrm>
        </p:spPr>
        <p:txBody>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8BC356D-052B-4A9B-8B2F-6665FD325AB3}"/>
              </a:ext>
            </a:extLst>
          </p:cNvPr>
          <p:cNvSpPr>
            <a:spLocks noGrp="1"/>
          </p:cNvSpPr>
          <p:nvPr>
            <p:ph type="dt" sz="half" idx="10"/>
          </p:nvPr>
        </p:nvSpPr>
        <p:spPr>
          <a:xfrm>
            <a:off x="905256" y="6356350"/>
            <a:ext cx="2743200" cy="365125"/>
          </a:xfrm>
        </p:spPr>
        <p:txBody>
          <a:bodyPr/>
          <a:lstStyle/>
          <a:p>
            <a:r>
              <a:rPr lang="en-US"/>
              <a:t>9/4/20XX</a:t>
            </a:r>
          </a:p>
        </p:txBody>
      </p:sp>
      <p:sp>
        <p:nvSpPr>
          <p:cNvPr id="8" name="Footer Placeholder 7">
            <a:extLst>
              <a:ext uri="{FF2B5EF4-FFF2-40B4-BE49-F238E27FC236}">
                <a16:creationId xmlns:a16="http://schemas.microsoft.com/office/drawing/2014/main" id="{69C5E5FA-26A9-467C-93E3-8476142D1D46}"/>
              </a:ext>
            </a:extLst>
          </p:cNvPr>
          <p:cNvSpPr>
            <a:spLocks noGrp="1"/>
          </p:cNvSpPr>
          <p:nvPr>
            <p:ph type="ftr" sz="quarter" idx="11"/>
          </p:nvPr>
        </p:nvSpPr>
        <p:spPr/>
        <p:txBody>
          <a:bodyPr/>
          <a:lstStyle/>
          <a:p>
            <a:r>
              <a:rPr lang="en-US"/>
              <a:t>Presentation Title</a:t>
            </a:r>
          </a:p>
        </p:txBody>
      </p:sp>
      <p:sp>
        <p:nvSpPr>
          <p:cNvPr id="9" name="Slide Number Placeholder 8">
            <a:extLst>
              <a:ext uri="{FF2B5EF4-FFF2-40B4-BE49-F238E27FC236}">
                <a16:creationId xmlns:a16="http://schemas.microsoft.com/office/drawing/2014/main" id="{D279E50C-1E40-4B48-871B-E392428D20A3}"/>
              </a:ext>
            </a:extLst>
          </p:cNvPr>
          <p:cNvSpPr>
            <a:spLocks noGrp="1"/>
          </p:cNvSpPr>
          <p:nvPr>
            <p:ph type="sldNum" sz="quarter" idx="12"/>
          </p:nvPr>
        </p:nvSpPr>
        <p:spPr>
          <a:xfrm>
            <a:off x="8540496" y="6356350"/>
            <a:ext cx="2743200" cy="365125"/>
          </a:xfrm>
        </p:spPr>
        <p:txBody>
          <a:bodyPr/>
          <a:lstStyle/>
          <a:p>
            <a:fld id="{A65A5C87-DF58-40C8-B092-1DE63DB4547E}" type="slidenum">
              <a:rPr lang="en-US" smtClean="0"/>
              <a:t>‹#›</a:t>
            </a:fld>
            <a:endParaRPr lang="en-US"/>
          </a:p>
        </p:txBody>
      </p:sp>
    </p:spTree>
    <p:extLst>
      <p:ext uri="{BB962C8B-B14F-4D97-AF65-F5344CB8AC3E}">
        <p14:creationId xmlns:p14="http://schemas.microsoft.com/office/powerpoint/2010/main" val="16069349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3 column">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B671BDE-E45C-41A1-9B98-4A607D703855}"/>
              </a:ext>
            </a:extLst>
          </p:cNvPr>
          <p:cNvSpPr/>
          <p:nvPr userDrawn="1"/>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C3D0D377-28B0-417D-886B-9483AF064975}"/>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F8F91F8-0767-40B5-A3AA-72931FC192EA}"/>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Text Placeholder 2">
            <a:extLst>
              <a:ext uri="{FF2B5EF4-FFF2-40B4-BE49-F238E27FC236}">
                <a16:creationId xmlns:a16="http://schemas.microsoft.com/office/drawing/2014/main" id="{AAAE0554-8BEE-4BF6-9519-51B8475D35E1}"/>
              </a:ext>
            </a:extLst>
          </p:cNvPr>
          <p:cNvSpPr>
            <a:spLocks noGrp="1"/>
          </p:cNvSpPr>
          <p:nvPr>
            <p:ph type="body" idx="1"/>
          </p:nvPr>
        </p:nvSpPr>
        <p:spPr>
          <a:xfrm>
            <a:off x="576072" y="2372650"/>
            <a:ext cx="329184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D4A358D-C930-48E0-B372-06A826B74C47}"/>
              </a:ext>
            </a:extLst>
          </p:cNvPr>
          <p:cNvSpPr>
            <a:spLocks noGrp="1"/>
          </p:cNvSpPr>
          <p:nvPr>
            <p:ph sz="half" idx="2"/>
          </p:nvPr>
        </p:nvSpPr>
        <p:spPr>
          <a:xfrm>
            <a:off x="576072" y="3203688"/>
            <a:ext cx="3291840" cy="2968512"/>
          </a:xfrm>
        </p:spPr>
        <p:txBody>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3B6615E-4966-4150-83B6-C47591B36383}"/>
              </a:ext>
            </a:extLst>
          </p:cNvPr>
          <p:cNvSpPr>
            <a:spLocks noGrp="1"/>
          </p:cNvSpPr>
          <p:nvPr>
            <p:ph type="body" sz="quarter" idx="3"/>
          </p:nvPr>
        </p:nvSpPr>
        <p:spPr>
          <a:xfrm>
            <a:off x="4507992" y="2372650"/>
            <a:ext cx="329184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409F6B-C17B-4B4F-9F35-5068BDC4E2FD}"/>
              </a:ext>
            </a:extLst>
          </p:cNvPr>
          <p:cNvSpPr>
            <a:spLocks noGrp="1"/>
          </p:cNvSpPr>
          <p:nvPr>
            <p:ph sz="quarter" idx="4"/>
          </p:nvPr>
        </p:nvSpPr>
        <p:spPr>
          <a:xfrm>
            <a:off x="4507992" y="3203687"/>
            <a:ext cx="3291840" cy="2968511"/>
          </a:xfrm>
        </p:spPr>
        <p:txBody>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8BC356D-052B-4A9B-8B2F-6665FD325AB3}"/>
              </a:ext>
            </a:extLst>
          </p:cNvPr>
          <p:cNvSpPr>
            <a:spLocks noGrp="1"/>
          </p:cNvSpPr>
          <p:nvPr>
            <p:ph type="dt" sz="half" idx="10"/>
          </p:nvPr>
        </p:nvSpPr>
        <p:spPr>
          <a:xfrm>
            <a:off x="905256" y="6356350"/>
            <a:ext cx="2743200" cy="365125"/>
          </a:xfrm>
        </p:spPr>
        <p:txBody>
          <a:bodyPr/>
          <a:lstStyle/>
          <a:p>
            <a:r>
              <a:rPr lang="en-US"/>
              <a:t>9/4/20XX</a:t>
            </a:r>
          </a:p>
        </p:txBody>
      </p:sp>
      <p:sp>
        <p:nvSpPr>
          <p:cNvPr id="8" name="Footer Placeholder 7">
            <a:extLst>
              <a:ext uri="{FF2B5EF4-FFF2-40B4-BE49-F238E27FC236}">
                <a16:creationId xmlns:a16="http://schemas.microsoft.com/office/drawing/2014/main" id="{69C5E5FA-26A9-467C-93E3-8476142D1D46}"/>
              </a:ext>
            </a:extLst>
          </p:cNvPr>
          <p:cNvSpPr>
            <a:spLocks noGrp="1"/>
          </p:cNvSpPr>
          <p:nvPr>
            <p:ph type="ftr" sz="quarter" idx="11"/>
          </p:nvPr>
        </p:nvSpPr>
        <p:spPr/>
        <p:txBody>
          <a:bodyPr/>
          <a:lstStyle/>
          <a:p>
            <a:r>
              <a:rPr lang="en-US"/>
              <a:t>Presentation Title</a:t>
            </a:r>
          </a:p>
        </p:txBody>
      </p:sp>
      <p:sp>
        <p:nvSpPr>
          <p:cNvPr id="9" name="Slide Number Placeholder 8">
            <a:extLst>
              <a:ext uri="{FF2B5EF4-FFF2-40B4-BE49-F238E27FC236}">
                <a16:creationId xmlns:a16="http://schemas.microsoft.com/office/drawing/2014/main" id="{D279E50C-1E40-4B48-871B-E392428D20A3}"/>
              </a:ext>
            </a:extLst>
          </p:cNvPr>
          <p:cNvSpPr>
            <a:spLocks noGrp="1"/>
          </p:cNvSpPr>
          <p:nvPr>
            <p:ph type="sldNum" sz="quarter" idx="12"/>
          </p:nvPr>
        </p:nvSpPr>
        <p:spPr>
          <a:xfrm>
            <a:off x="8540496" y="6356350"/>
            <a:ext cx="2743200" cy="365125"/>
          </a:xfrm>
        </p:spPr>
        <p:txBody>
          <a:bodyPr/>
          <a:lstStyle/>
          <a:p>
            <a:fld id="{A65A5C87-DF58-40C8-B092-1DE63DB4547E}" type="slidenum">
              <a:rPr lang="en-US" smtClean="0"/>
              <a:t>‹#›</a:t>
            </a:fld>
            <a:endParaRPr lang="en-US"/>
          </a:p>
        </p:txBody>
      </p:sp>
      <p:sp>
        <p:nvSpPr>
          <p:cNvPr id="14" name="Text Placeholder 4">
            <a:extLst>
              <a:ext uri="{FF2B5EF4-FFF2-40B4-BE49-F238E27FC236}">
                <a16:creationId xmlns:a16="http://schemas.microsoft.com/office/drawing/2014/main" id="{CE04853A-B5A7-418B-B49F-E718136614E0}"/>
              </a:ext>
            </a:extLst>
          </p:cNvPr>
          <p:cNvSpPr>
            <a:spLocks noGrp="1"/>
          </p:cNvSpPr>
          <p:nvPr>
            <p:ph type="body" sz="quarter" idx="13"/>
          </p:nvPr>
        </p:nvSpPr>
        <p:spPr>
          <a:xfrm>
            <a:off x="8439912" y="2372650"/>
            <a:ext cx="329184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Content Placeholder 5">
            <a:extLst>
              <a:ext uri="{FF2B5EF4-FFF2-40B4-BE49-F238E27FC236}">
                <a16:creationId xmlns:a16="http://schemas.microsoft.com/office/drawing/2014/main" id="{D08E5547-BBB9-4D87-A012-6BC6B1330861}"/>
              </a:ext>
            </a:extLst>
          </p:cNvPr>
          <p:cNvSpPr>
            <a:spLocks noGrp="1"/>
          </p:cNvSpPr>
          <p:nvPr>
            <p:ph sz="quarter" idx="14"/>
          </p:nvPr>
        </p:nvSpPr>
        <p:spPr>
          <a:xfrm>
            <a:off x="8439912" y="3203687"/>
            <a:ext cx="3291840" cy="2968511"/>
          </a:xfrm>
        </p:spPr>
        <p:txBody>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022610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with 3 pictures">
    <p:spTree>
      <p:nvGrpSpPr>
        <p:cNvPr id="1" name=""/>
        <p:cNvGrpSpPr/>
        <p:nvPr/>
      </p:nvGrpSpPr>
      <p:grpSpPr>
        <a:xfrm>
          <a:off x="0" y="0"/>
          <a:ext cx="0" cy="0"/>
          <a:chOff x="0" y="0"/>
          <a:chExt cx="0" cy="0"/>
        </a:xfrm>
      </p:grpSpPr>
      <p:sp useBgFill="1">
        <p:nvSpPr>
          <p:cNvPr id="4" name="Rectangle 3">
            <a:extLst>
              <a:ext uri="{FF2B5EF4-FFF2-40B4-BE49-F238E27FC236}">
                <a16:creationId xmlns:a16="http://schemas.microsoft.com/office/drawing/2014/main" id="{2CD68929-9BD1-4A1E-9C1E-5B980D986EC1}"/>
              </a:ext>
            </a:extLst>
          </p:cNvPr>
          <p:cNvSpPr/>
          <p:nvPr userDrawn="1"/>
        </p:nvSpPr>
        <p:spPr>
          <a:xfrm>
            <a:off x="409575" y="633619"/>
            <a:ext cx="4927413" cy="5495925"/>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841248" y="978408"/>
            <a:ext cx="4059936" cy="1106424"/>
          </a:xfrm>
        </p:spPr>
        <p:txBody>
          <a:bodyPr anchor="ctr">
            <a:normAutofit/>
          </a:bodyPr>
          <a:lstStyle>
            <a:lvl1pPr>
              <a:defRPr sz="2800"/>
            </a:lvl1pPr>
          </a:lstStyle>
          <a:p>
            <a:r>
              <a:rPr lang="en-US"/>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841248" y="2359152"/>
            <a:ext cx="4059936" cy="3429000"/>
          </a:xfrm>
        </p:spPr>
        <p:txBody>
          <a:bodyPr/>
          <a:lstStyle>
            <a:lvl1pPr marL="0" indent="0">
              <a:buNone/>
              <a:defRPr sz="1800"/>
            </a:lvl1pPr>
          </a:lstStyle>
          <a:p>
            <a:pPr lvl="0"/>
            <a:r>
              <a:rPr lang="en-US"/>
              <a:t>Click to edit Master text styles</a:t>
            </a:r>
          </a:p>
        </p:txBody>
      </p:sp>
      <p:sp>
        <p:nvSpPr>
          <p:cNvPr id="15" name="Picture Placeholder 14">
            <a:extLst>
              <a:ext uri="{FF2B5EF4-FFF2-40B4-BE49-F238E27FC236}">
                <a16:creationId xmlns:a16="http://schemas.microsoft.com/office/drawing/2014/main" id="{D9F91D62-7A39-4697-A73D-908DBA590EFB}"/>
              </a:ext>
            </a:extLst>
          </p:cNvPr>
          <p:cNvSpPr>
            <a:spLocks noGrp="1"/>
          </p:cNvSpPr>
          <p:nvPr>
            <p:ph type="pic" sz="quarter" idx="13"/>
          </p:nvPr>
        </p:nvSpPr>
        <p:spPr>
          <a:xfrm>
            <a:off x="8961120" y="566928"/>
            <a:ext cx="2871216" cy="2340864"/>
          </a:xfrm>
        </p:spPr>
        <p:txBody>
          <a:bodyPr anchor="ctr"/>
          <a:lstStyle>
            <a:lvl1pPr algn="ctr">
              <a:buNone/>
              <a:defRPr/>
            </a:lvl1pPr>
          </a:lstStyle>
          <a:p>
            <a:r>
              <a:rPr lang="en-US"/>
              <a:t>Click icon to add picture</a:t>
            </a:r>
          </a:p>
        </p:txBody>
      </p:sp>
      <p:sp>
        <p:nvSpPr>
          <p:cNvPr id="10" name="Picture Placeholder 14">
            <a:extLst>
              <a:ext uri="{FF2B5EF4-FFF2-40B4-BE49-F238E27FC236}">
                <a16:creationId xmlns:a16="http://schemas.microsoft.com/office/drawing/2014/main" id="{687A7A61-F904-44E0-837C-FB357932BC1E}"/>
              </a:ext>
            </a:extLst>
          </p:cNvPr>
          <p:cNvSpPr>
            <a:spLocks noGrp="1"/>
          </p:cNvSpPr>
          <p:nvPr>
            <p:ph type="pic" sz="quarter" idx="14"/>
          </p:nvPr>
        </p:nvSpPr>
        <p:spPr>
          <a:xfrm>
            <a:off x="5843016" y="566928"/>
            <a:ext cx="2871216" cy="2340864"/>
          </a:xfrm>
        </p:spPr>
        <p:txBody>
          <a:bodyPr anchor="ctr"/>
          <a:lstStyle>
            <a:lvl1pPr algn="ctr">
              <a:buNone/>
              <a:defRPr/>
            </a:lvl1pPr>
          </a:lstStyle>
          <a:p>
            <a:r>
              <a:rPr lang="en-US"/>
              <a:t>Click icon to add picture</a:t>
            </a:r>
          </a:p>
        </p:txBody>
      </p:sp>
      <p:sp>
        <p:nvSpPr>
          <p:cNvPr id="5" name="Rectangle 4">
            <a:extLst>
              <a:ext uri="{FF2B5EF4-FFF2-40B4-BE49-F238E27FC236}">
                <a16:creationId xmlns:a16="http://schemas.microsoft.com/office/drawing/2014/main" id="{B3ED68CE-A00C-4DD9-8065-B0E3D033BC20}"/>
              </a:ext>
            </a:extLst>
          </p:cNvPr>
          <p:cNvSpPr/>
          <p:nvPr userDrawn="1"/>
        </p:nvSpPr>
        <p:spPr>
          <a:xfrm>
            <a:off x="345567" y="117043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BB3EDCB6-603C-4A22-80E6-232A6202452A}"/>
              </a:ext>
            </a:extLst>
          </p:cNvPr>
          <p:cNvSpPr/>
          <p:nvPr userDrawn="1"/>
        </p:nvSpPr>
        <p:spPr>
          <a:xfrm>
            <a:off x="877459" y="2121408"/>
            <a:ext cx="3958650" cy="9144"/>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Picture Placeholder 14">
            <a:extLst>
              <a:ext uri="{FF2B5EF4-FFF2-40B4-BE49-F238E27FC236}">
                <a16:creationId xmlns:a16="http://schemas.microsoft.com/office/drawing/2014/main" id="{FBB9124E-D1EB-4540-B1E1-DF3CD388BB27}"/>
              </a:ext>
            </a:extLst>
          </p:cNvPr>
          <p:cNvSpPr>
            <a:spLocks noGrp="1"/>
          </p:cNvSpPr>
          <p:nvPr>
            <p:ph type="pic" sz="quarter" idx="17"/>
          </p:nvPr>
        </p:nvSpPr>
        <p:spPr>
          <a:xfrm>
            <a:off x="5843016" y="3108960"/>
            <a:ext cx="5989320" cy="3054096"/>
          </a:xfrm>
        </p:spPr>
        <p:txBody>
          <a:bodyPr anchor="ctr"/>
          <a:lstStyle>
            <a:lvl1pPr algn="ctr">
              <a:buNone/>
              <a:defRPr/>
            </a:lvl1pPr>
          </a:lstStyle>
          <a:p>
            <a:r>
              <a:rPr lang="en-US"/>
              <a:t>Click icon to add picture</a:t>
            </a:r>
          </a:p>
        </p:txBody>
      </p:sp>
      <p:sp>
        <p:nvSpPr>
          <p:cNvPr id="18" name="Date Placeholder 17">
            <a:extLst>
              <a:ext uri="{FF2B5EF4-FFF2-40B4-BE49-F238E27FC236}">
                <a16:creationId xmlns:a16="http://schemas.microsoft.com/office/drawing/2014/main" id="{88171D0F-B23C-4DA9-9F5D-C5F480A4C5BE}"/>
              </a:ext>
            </a:extLst>
          </p:cNvPr>
          <p:cNvSpPr>
            <a:spLocks noGrp="1"/>
          </p:cNvSpPr>
          <p:nvPr>
            <p:ph type="dt" sz="half" idx="18"/>
          </p:nvPr>
        </p:nvSpPr>
        <p:spPr>
          <a:xfrm>
            <a:off x="905256" y="6356350"/>
            <a:ext cx="2743200" cy="365125"/>
          </a:xfrm>
        </p:spPr>
        <p:txBody>
          <a:bodyPr/>
          <a:lstStyle/>
          <a:p>
            <a:r>
              <a:rPr lang="en-US"/>
              <a:t>9/4/20XX</a:t>
            </a:r>
          </a:p>
        </p:txBody>
      </p:sp>
      <p:sp>
        <p:nvSpPr>
          <p:cNvPr id="19" name="Footer Placeholder 18">
            <a:extLst>
              <a:ext uri="{FF2B5EF4-FFF2-40B4-BE49-F238E27FC236}">
                <a16:creationId xmlns:a16="http://schemas.microsoft.com/office/drawing/2014/main" id="{69186A5E-A88B-4AD5-8730-E1679229BB98}"/>
              </a:ext>
            </a:extLst>
          </p:cNvPr>
          <p:cNvSpPr>
            <a:spLocks noGrp="1"/>
          </p:cNvSpPr>
          <p:nvPr>
            <p:ph type="ftr" sz="quarter" idx="19"/>
          </p:nvPr>
        </p:nvSpPr>
        <p:spPr/>
        <p:txBody>
          <a:bodyPr/>
          <a:lstStyle/>
          <a:p>
            <a:r>
              <a:rPr lang="en-US"/>
              <a:t>Presentation Title</a:t>
            </a:r>
          </a:p>
        </p:txBody>
      </p:sp>
      <p:sp>
        <p:nvSpPr>
          <p:cNvPr id="20" name="Slide Number Placeholder 19">
            <a:extLst>
              <a:ext uri="{FF2B5EF4-FFF2-40B4-BE49-F238E27FC236}">
                <a16:creationId xmlns:a16="http://schemas.microsoft.com/office/drawing/2014/main" id="{FDD4F609-6DE6-4637-A216-DB19D982FF19}"/>
              </a:ext>
            </a:extLst>
          </p:cNvPr>
          <p:cNvSpPr>
            <a:spLocks noGrp="1"/>
          </p:cNvSpPr>
          <p:nvPr>
            <p:ph type="sldNum" sz="quarter" idx="20"/>
          </p:nvPr>
        </p:nvSpPr>
        <p:spPr>
          <a:xfrm>
            <a:off x="8540496" y="6356350"/>
            <a:ext cx="2743200" cy="365125"/>
          </a:xfrm>
        </p:spPr>
        <p:txBody>
          <a:bodyPr/>
          <a:lstStyle/>
          <a:p>
            <a:fld id="{A65A5C87-DF58-40C8-B092-1DE63DB4547E}" type="slidenum">
              <a:rPr lang="en-US" smtClean="0"/>
              <a:t>‹#›</a:t>
            </a:fld>
            <a:endParaRPr lang="en-US"/>
          </a:p>
        </p:txBody>
      </p:sp>
    </p:spTree>
    <p:extLst>
      <p:ext uri="{BB962C8B-B14F-4D97-AF65-F5344CB8AC3E}">
        <p14:creationId xmlns:p14="http://schemas.microsoft.com/office/powerpoint/2010/main" val="35279717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with 4 pictures">
    <p:spTree>
      <p:nvGrpSpPr>
        <p:cNvPr id="1" name=""/>
        <p:cNvGrpSpPr/>
        <p:nvPr/>
      </p:nvGrpSpPr>
      <p:grpSpPr>
        <a:xfrm>
          <a:off x="0" y="0"/>
          <a:ext cx="0" cy="0"/>
          <a:chOff x="0" y="0"/>
          <a:chExt cx="0" cy="0"/>
        </a:xfrm>
      </p:grpSpPr>
      <p:sp useBgFill="1">
        <p:nvSpPr>
          <p:cNvPr id="4" name="Rectangle 3">
            <a:extLst>
              <a:ext uri="{FF2B5EF4-FFF2-40B4-BE49-F238E27FC236}">
                <a16:creationId xmlns:a16="http://schemas.microsoft.com/office/drawing/2014/main" id="{2CD68929-9BD1-4A1E-9C1E-5B980D986EC1}"/>
              </a:ext>
            </a:extLst>
          </p:cNvPr>
          <p:cNvSpPr/>
          <p:nvPr userDrawn="1"/>
        </p:nvSpPr>
        <p:spPr>
          <a:xfrm>
            <a:off x="7324344" y="630936"/>
            <a:ext cx="4517136" cy="5495925"/>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7772400" y="978408"/>
            <a:ext cx="3721608" cy="1106424"/>
          </a:xfrm>
        </p:spPr>
        <p:txBody>
          <a:bodyPr anchor="ctr">
            <a:normAutofit/>
          </a:bodyPr>
          <a:lstStyle>
            <a:lvl1pPr>
              <a:defRPr sz="2800"/>
            </a:lvl1pPr>
          </a:lstStyle>
          <a:p>
            <a:r>
              <a:rPr lang="en-US"/>
              <a:t>Click to edit Master title style</a:t>
            </a:r>
          </a:p>
        </p:txBody>
      </p:sp>
      <p:sp>
        <p:nvSpPr>
          <p:cNvPr id="15" name="Picture Placeholder 14">
            <a:extLst>
              <a:ext uri="{FF2B5EF4-FFF2-40B4-BE49-F238E27FC236}">
                <a16:creationId xmlns:a16="http://schemas.microsoft.com/office/drawing/2014/main" id="{D9F91D62-7A39-4697-A73D-908DBA590EFB}"/>
              </a:ext>
            </a:extLst>
          </p:cNvPr>
          <p:cNvSpPr>
            <a:spLocks noGrp="1"/>
          </p:cNvSpPr>
          <p:nvPr>
            <p:ph type="pic" sz="quarter" idx="13"/>
          </p:nvPr>
        </p:nvSpPr>
        <p:spPr>
          <a:xfrm>
            <a:off x="3767328" y="630936"/>
            <a:ext cx="3246120" cy="2688336"/>
          </a:xfrm>
        </p:spPr>
        <p:txBody>
          <a:bodyPr anchor="ctr"/>
          <a:lstStyle>
            <a:lvl1pPr algn="ctr">
              <a:buNone/>
              <a:defRPr/>
            </a:lvl1pPr>
          </a:lstStyle>
          <a:p>
            <a:r>
              <a:rPr lang="en-US"/>
              <a:t>Click icon to add picture</a:t>
            </a:r>
          </a:p>
        </p:txBody>
      </p:sp>
      <p:sp>
        <p:nvSpPr>
          <p:cNvPr id="10" name="Picture Placeholder 14">
            <a:extLst>
              <a:ext uri="{FF2B5EF4-FFF2-40B4-BE49-F238E27FC236}">
                <a16:creationId xmlns:a16="http://schemas.microsoft.com/office/drawing/2014/main" id="{687A7A61-F904-44E0-837C-FB357932BC1E}"/>
              </a:ext>
            </a:extLst>
          </p:cNvPr>
          <p:cNvSpPr>
            <a:spLocks noGrp="1"/>
          </p:cNvSpPr>
          <p:nvPr>
            <p:ph type="pic" sz="quarter" idx="14"/>
          </p:nvPr>
        </p:nvSpPr>
        <p:spPr>
          <a:xfrm>
            <a:off x="411480" y="630936"/>
            <a:ext cx="3246120" cy="2688336"/>
          </a:xfrm>
        </p:spPr>
        <p:txBody>
          <a:bodyPr anchor="ctr"/>
          <a:lstStyle>
            <a:lvl1pPr algn="ctr">
              <a:buNone/>
              <a:defRPr/>
            </a:lvl1pPr>
          </a:lstStyle>
          <a:p>
            <a:r>
              <a:rPr lang="en-US"/>
              <a:t>Click icon to add picture</a:t>
            </a:r>
          </a:p>
        </p:txBody>
      </p:sp>
      <p:sp>
        <p:nvSpPr>
          <p:cNvPr id="5" name="Rectangle 4">
            <a:extLst>
              <a:ext uri="{FF2B5EF4-FFF2-40B4-BE49-F238E27FC236}">
                <a16:creationId xmlns:a16="http://schemas.microsoft.com/office/drawing/2014/main" id="{B3ED68CE-A00C-4DD9-8065-B0E3D033BC20}"/>
              </a:ext>
            </a:extLst>
          </p:cNvPr>
          <p:cNvSpPr/>
          <p:nvPr userDrawn="1"/>
        </p:nvSpPr>
        <p:spPr>
          <a:xfrm>
            <a:off x="7260336" y="1179576"/>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Picture Placeholder 14">
            <a:extLst>
              <a:ext uri="{FF2B5EF4-FFF2-40B4-BE49-F238E27FC236}">
                <a16:creationId xmlns:a16="http://schemas.microsoft.com/office/drawing/2014/main" id="{FBB9124E-D1EB-4540-B1E1-DF3CD388BB27}"/>
              </a:ext>
            </a:extLst>
          </p:cNvPr>
          <p:cNvSpPr>
            <a:spLocks noGrp="1"/>
          </p:cNvSpPr>
          <p:nvPr>
            <p:ph type="pic" sz="quarter" idx="17"/>
          </p:nvPr>
        </p:nvSpPr>
        <p:spPr>
          <a:xfrm>
            <a:off x="411480" y="3438144"/>
            <a:ext cx="3246120" cy="2688336"/>
          </a:xfrm>
        </p:spPr>
        <p:txBody>
          <a:bodyPr anchor="ctr"/>
          <a:lstStyle>
            <a:lvl1pPr algn="ctr">
              <a:buNone/>
              <a:defRPr/>
            </a:lvl1pPr>
          </a:lstStyle>
          <a:p>
            <a:r>
              <a:rPr lang="en-US"/>
              <a:t>Click icon to add picture</a:t>
            </a:r>
          </a:p>
        </p:txBody>
      </p:sp>
      <p:sp>
        <p:nvSpPr>
          <p:cNvPr id="18" name="Date Placeholder 17">
            <a:extLst>
              <a:ext uri="{FF2B5EF4-FFF2-40B4-BE49-F238E27FC236}">
                <a16:creationId xmlns:a16="http://schemas.microsoft.com/office/drawing/2014/main" id="{88171D0F-B23C-4DA9-9F5D-C5F480A4C5BE}"/>
              </a:ext>
            </a:extLst>
          </p:cNvPr>
          <p:cNvSpPr>
            <a:spLocks noGrp="1"/>
          </p:cNvSpPr>
          <p:nvPr>
            <p:ph type="dt" sz="half" idx="18"/>
          </p:nvPr>
        </p:nvSpPr>
        <p:spPr>
          <a:xfrm>
            <a:off x="905256" y="6356350"/>
            <a:ext cx="2743200" cy="365125"/>
          </a:xfrm>
        </p:spPr>
        <p:txBody>
          <a:bodyPr/>
          <a:lstStyle/>
          <a:p>
            <a:r>
              <a:rPr lang="en-US"/>
              <a:t>9/4/20XX</a:t>
            </a:r>
          </a:p>
        </p:txBody>
      </p:sp>
      <p:sp>
        <p:nvSpPr>
          <p:cNvPr id="19" name="Footer Placeholder 18">
            <a:extLst>
              <a:ext uri="{FF2B5EF4-FFF2-40B4-BE49-F238E27FC236}">
                <a16:creationId xmlns:a16="http://schemas.microsoft.com/office/drawing/2014/main" id="{69186A5E-A88B-4AD5-8730-E1679229BB98}"/>
              </a:ext>
            </a:extLst>
          </p:cNvPr>
          <p:cNvSpPr>
            <a:spLocks noGrp="1"/>
          </p:cNvSpPr>
          <p:nvPr>
            <p:ph type="ftr" sz="quarter" idx="19"/>
          </p:nvPr>
        </p:nvSpPr>
        <p:spPr/>
        <p:txBody>
          <a:bodyPr/>
          <a:lstStyle/>
          <a:p>
            <a:r>
              <a:rPr lang="en-US"/>
              <a:t>Presentation Title</a:t>
            </a:r>
          </a:p>
        </p:txBody>
      </p:sp>
      <p:sp>
        <p:nvSpPr>
          <p:cNvPr id="20" name="Slide Number Placeholder 19">
            <a:extLst>
              <a:ext uri="{FF2B5EF4-FFF2-40B4-BE49-F238E27FC236}">
                <a16:creationId xmlns:a16="http://schemas.microsoft.com/office/drawing/2014/main" id="{FDD4F609-6DE6-4637-A216-DB19D982FF19}"/>
              </a:ext>
            </a:extLst>
          </p:cNvPr>
          <p:cNvSpPr>
            <a:spLocks noGrp="1"/>
          </p:cNvSpPr>
          <p:nvPr>
            <p:ph type="sldNum" sz="quarter" idx="20"/>
          </p:nvPr>
        </p:nvSpPr>
        <p:spPr>
          <a:xfrm>
            <a:off x="8540496" y="6356350"/>
            <a:ext cx="2743200" cy="365125"/>
          </a:xfrm>
        </p:spPr>
        <p:txBody>
          <a:bodyPr/>
          <a:lstStyle/>
          <a:p>
            <a:fld id="{A65A5C87-DF58-40C8-B092-1DE63DB4547E}" type="slidenum">
              <a:rPr lang="en-US" smtClean="0"/>
              <a:t>‹#›</a:t>
            </a:fld>
            <a:endParaRPr lang="en-US"/>
          </a:p>
        </p:txBody>
      </p:sp>
      <p:sp>
        <p:nvSpPr>
          <p:cNvPr id="6" name="Rectangle 5">
            <a:extLst>
              <a:ext uri="{FF2B5EF4-FFF2-40B4-BE49-F238E27FC236}">
                <a16:creationId xmlns:a16="http://schemas.microsoft.com/office/drawing/2014/main" id="{525280B1-DD77-4ADB-A6FC-71309BCB66E1}"/>
              </a:ext>
            </a:extLst>
          </p:cNvPr>
          <p:cNvSpPr/>
          <p:nvPr userDrawn="1"/>
        </p:nvSpPr>
        <p:spPr>
          <a:xfrm>
            <a:off x="7792216" y="2185416"/>
            <a:ext cx="3683187" cy="9144"/>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Picture Placeholder 14">
            <a:extLst>
              <a:ext uri="{FF2B5EF4-FFF2-40B4-BE49-F238E27FC236}">
                <a16:creationId xmlns:a16="http://schemas.microsoft.com/office/drawing/2014/main" id="{6B8374DB-2C54-426F-9768-7B838BE1F98D}"/>
              </a:ext>
            </a:extLst>
          </p:cNvPr>
          <p:cNvSpPr>
            <a:spLocks noGrp="1"/>
          </p:cNvSpPr>
          <p:nvPr>
            <p:ph type="pic" sz="quarter" idx="21"/>
          </p:nvPr>
        </p:nvSpPr>
        <p:spPr>
          <a:xfrm>
            <a:off x="3767328" y="3438144"/>
            <a:ext cx="3246120" cy="2688336"/>
          </a:xfrm>
        </p:spPr>
        <p:txBody>
          <a:bodyPr anchor="ctr"/>
          <a:lstStyle>
            <a:lvl1pPr algn="ctr">
              <a:buNone/>
              <a:defRPr/>
            </a:lvl1pPr>
          </a:lstStyle>
          <a:p>
            <a:r>
              <a:rPr lang="en-US"/>
              <a:t>Click icon to add picture</a:t>
            </a:r>
          </a:p>
        </p:txBody>
      </p:sp>
      <p:sp>
        <p:nvSpPr>
          <p:cNvPr id="8" name="Text Placeholder 7">
            <a:extLst>
              <a:ext uri="{FF2B5EF4-FFF2-40B4-BE49-F238E27FC236}">
                <a16:creationId xmlns:a16="http://schemas.microsoft.com/office/drawing/2014/main" id="{A0D33A8D-B0BB-4920-AAC4-6EE9952AA556}"/>
              </a:ext>
            </a:extLst>
          </p:cNvPr>
          <p:cNvSpPr>
            <a:spLocks noGrp="1"/>
          </p:cNvSpPr>
          <p:nvPr>
            <p:ph type="body" sz="quarter" idx="22"/>
          </p:nvPr>
        </p:nvSpPr>
        <p:spPr>
          <a:xfrm>
            <a:off x="7772400" y="3099816"/>
            <a:ext cx="3721100" cy="447675"/>
          </a:xfrm>
        </p:spPr>
        <p:txBody>
          <a:bodyPr/>
          <a:lstStyle>
            <a:lvl1pPr marL="0" indent="0">
              <a:buNone/>
              <a:defRPr sz="1600"/>
            </a:lvl1pPr>
          </a:lstStyle>
          <a:p>
            <a:pPr lvl="0"/>
            <a:r>
              <a:rPr lang="en-US"/>
              <a:t>Click to edit Master text styles</a:t>
            </a:r>
          </a:p>
        </p:txBody>
      </p:sp>
      <p:sp>
        <p:nvSpPr>
          <p:cNvPr id="21" name="Text Placeholder 7">
            <a:extLst>
              <a:ext uri="{FF2B5EF4-FFF2-40B4-BE49-F238E27FC236}">
                <a16:creationId xmlns:a16="http://schemas.microsoft.com/office/drawing/2014/main" id="{FC2F80E1-DA5D-4EBA-BDBC-FFD24776ED07}"/>
              </a:ext>
            </a:extLst>
          </p:cNvPr>
          <p:cNvSpPr>
            <a:spLocks noGrp="1"/>
          </p:cNvSpPr>
          <p:nvPr>
            <p:ph type="body" sz="quarter" idx="23"/>
          </p:nvPr>
        </p:nvSpPr>
        <p:spPr>
          <a:xfrm>
            <a:off x="7772400" y="4215384"/>
            <a:ext cx="3721100" cy="447675"/>
          </a:xfrm>
        </p:spPr>
        <p:txBody>
          <a:bodyPr/>
          <a:lstStyle>
            <a:lvl1pPr marL="0" indent="0">
              <a:buNone/>
              <a:defRPr sz="1600"/>
            </a:lvl1pPr>
          </a:lstStyle>
          <a:p>
            <a:pPr lvl="0"/>
            <a:r>
              <a:rPr lang="en-US"/>
              <a:t>Click to edit Master text styles</a:t>
            </a:r>
          </a:p>
        </p:txBody>
      </p:sp>
      <p:sp>
        <p:nvSpPr>
          <p:cNvPr id="22" name="Text Placeholder 7">
            <a:extLst>
              <a:ext uri="{FF2B5EF4-FFF2-40B4-BE49-F238E27FC236}">
                <a16:creationId xmlns:a16="http://schemas.microsoft.com/office/drawing/2014/main" id="{536A3E74-5D94-4FE5-A5F8-7DA032AD48AF}"/>
              </a:ext>
            </a:extLst>
          </p:cNvPr>
          <p:cNvSpPr>
            <a:spLocks noGrp="1"/>
          </p:cNvSpPr>
          <p:nvPr>
            <p:ph type="body" sz="quarter" idx="24"/>
          </p:nvPr>
        </p:nvSpPr>
        <p:spPr>
          <a:xfrm>
            <a:off x="7772400" y="5321808"/>
            <a:ext cx="3721100" cy="447675"/>
          </a:xfrm>
        </p:spPr>
        <p:txBody>
          <a:bodyPr/>
          <a:lstStyle>
            <a:lvl1pPr marL="0" indent="0">
              <a:buNone/>
              <a:defRPr sz="1600"/>
            </a:lvl1pPr>
          </a:lstStyle>
          <a:p>
            <a:pPr lvl="0"/>
            <a:r>
              <a:rPr lang="en-US"/>
              <a:t>Click to edit Master text styles</a:t>
            </a:r>
          </a:p>
        </p:txBody>
      </p:sp>
      <p:sp>
        <p:nvSpPr>
          <p:cNvPr id="23" name="Picture Placeholder 14">
            <a:extLst>
              <a:ext uri="{FF2B5EF4-FFF2-40B4-BE49-F238E27FC236}">
                <a16:creationId xmlns:a16="http://schemas.microsoft.com/office/drawing/2014/main" id="{A36D2011-9E99-44AA-8612-4EEBAAA5D036}"/>
              </a:ext>
            </a:extLst>
          </p:cNvPr>
          <p:cNvSpPr>
            <a:spLocks noGrp="1"/>
          </p:cNvSpPr>
          <p:nvPr>
            <p:ph type="pic" sz="quarter" idx="25" hasCustomPrompt="1"/>
          </p:nvPr>
        </p:nvSpPr>
        <p:spPr>
          <a:xfrm>
            <a:off x="7772400" y="2532888"/>
            <a:ext cx="457200" cy="457200"/>
          </a:xfrm>
        </p:spPr>
        <p:txBody>
          <a:bodyPr anchor="ctr"/>
          <a:lstStyle>
            <a:lvl1pPr algn="ctr">
              <a:buNone/>
              <a:defRPr sz="900"/>
            </a:lvl1pPr>
          </a:lstStyle>
          <a:p>
            <a:r>
              <a:rPr lang="en-US"/>
              <a:t>Icon</a:t>
            </a:r>
          </a:p>
        </p:txBody>
      </p:sp>
      <p:sp>
        <p:nvSpPr>
          <p:cNvPr id="24" name="Picture Placeholder 14">
            <a:extLst>
              <a:ext uri="{FF2B5EF4-FFF2-40B4-BE49-F238E27FC236}">
                <a16:creationId xmlns:a16="http://schemas.microsoft.com/office/drawing/2014/main" id="{80B0958E-0709-4604-ADAF-A6137275F31B}"/>
              </a:ext>
            </a:extLst>
          </p:cNvPr>
          <p:cNvSpPr>
            <a:spLocks noGrp="1"/>
          </p:cNvSpPr>
          <p:nvPr>
            <p:ph type="pic" sz="quarter" idx="26" hasCustomPrompt="1"/>
          </p:nvPr>
        </p:nvSpPr>
        <p:spPr>
          <a:xfrm>
            <a:off x="7772400" y="3630168"/>
            <a:ext cx="457200" cy="457200"/>
          </a:xfrm>
        </p:spPr>
        <p:txBody>
          <a:bodyPr anchor="ctr"/>
          <a:lstStyle>
            <a:lvl1pPr algn="ctr">
              <a:buNone/>
              <a:defRPr sz="900"/>
            </a:lvl1pPr>
          </a:lstStyle>
          <a:p>
            <a:r>
              <a:rPr lang="en-US"/>
              <a:t>Icon</a:t>
            </a:r>
          </a:p>
        </p:txBody>
      </p:sp>
      <p:sp>
        <p:nvSpPr>
          <p:cNvPr id="25" name="Picture Placeholder 14">
            <a:extLst>
              <a:ext uri="{FF2B5EF4-FFF2-40B4-BE49-F238E27FC236}">
                <a16:creationId xmlns:a16="http://schemas.microsoft.com/office/drawing/2014/main" id="{F4A09204-1398-472F-B713-0AD49188773D}"/>
              </a:ext>
            </a:extLst>
          </p:cNvPr>
          <p:cNvSpPr>
            <a:spLocks noGrp="1"/>
          </p:cNvSpPr>
          <p:nvPr>
            <p:ph type="pic" sz="quarter" idx="27" hasCustomPrompt="1"/>
          </p:nvPr>
        </p:nvSpPr>
        <p:spPr>
          <a:xfrm>
            <a:off x="7772400" y="4754880"/>
            <a:ext cx="457200" cy="457200"/>
          </a:xfrm>
        </p:spPr>
        <p:txBody>
          <a:bodyPr anchor="ctr"/>
          <a:lstStyle>
            <a:lvl1pPr algn="ctr">
              <a:buNone/>
              <a:defRPr sz="900"/>
            </a:lvl1pPr>
          </a:lstStyle>
          <a:p>
            <a:r>
              <a:rPr lang="en-US"/>
              <a:t>Icon</a:t>
            </a:r>
          </a:p>
        </p:txBody>
      </p:sp>
    </p:spTree>
    <p:extLst>
      <p:ext uri="{BB962C8B-B14F-4D97-AF65-F5344CB8AC3E}">
        <p14:creationId xmlns:p14="http://schemas.microsoft.com/office/powerpoint/2010/main" val="34393436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C0689C4-0DB3-408B-A956-40326B4AE4C4}"/>
              </a:ext>
            </a:extLst>
          </p:cNvPr>
          <p:cNvSpPr/>
          <p:nvPr userDrawn="1"/>
        </p:nvSpPr>
        <p:spPr>
          <a:xfrm>
            <a:off x="665853" y="1533525"/>
            <a:ext cx="10917063" cy="3790950"/>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56E1D10E-1C30-41BF-8C3B-C460C9B5597B}"/>
              </a:ext>
            </a:extLst>
          </p:cNvPr>
          <p:cNvSpPr/>
          <p:nvPr/>
        </p:nvSpPr>
        <p:spPr>
          <a:xfrm>
            <a:off x="609084" y="2971798"/>
            <a:ext cx="12801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79454F2-0EE5-4888-AF4C-82F825E6226E}"/>
              </a:ext>
            </a:extLst>
          </p:cNvPr>
          <p:cNvSpPr>
            <a:spLocks noGrp="1"/>
          </p:cNvSpPr>
          <p:nvPr>
            <p:ph type="title"/>
          </p:nvPr>
        </p:nvSpPr>
        <p:spPr>
          <a:xfrm>
            <a:off x="1078992" y="1938528"/>
            <a:ext cx="10177272" cy="2990088"/>
          </a:xfrm>
        </p:spPr>
        <p:txBody>
          <a:bodyPr>
            <a:normAutofit/>
          </a:bodyPr>
          <a:lstStyle>
            <a:lvl1pPr>
              <a:defRPr sz="5400"/>
            </a:lvl1pPr>
          </a:lstStyle>
          <a:p>
            <a:r>
              <a:rPr lang="en-US"/>
              <a:t>Click to edit Master title style</a:t>
            </a:r>
          </a:p>
        </p:txBody>
      </p:sp>
      <p:sp>
        <p:nvSpPr>
          <p:cNvPr id="3" name="Date Placeholder 2">
            <a:extLst>
              <a:ext uri="{FF2B5EF4-FFF2-40B4-BE49-F238E27FC236}">
                <a16:creationId xmlns:a16="http://schemas.microsoft.com/office/drawing/2014/main" id="{67C91241-A315-4643-91E5-CF2C25CC903A}"/>
              </a:ext>
            </a:extLst>
          </p:cNvPr>
          <p:cNvSpPr>
            <a:spLocks noGrp="1"/>
          </p:cNvSpPr>
          <p:nvPr>
            <p:ph type="dt" sz="half" idx="10"/>
          </p:nvPr>
        </p:nvSpPr>
        <p:spPr/>
        <p:txBody>
          <a:bodyPr/>
          <a:lstStyle/>
          <a:p>
            <a:r>
              <a:rPr lang="en-US"/>
              <a:t>9/4/20XX</a:t>
            </a:r>
          </a:p>
        </p:txBody>
      </p:sp>
      <p:sp>
        <p:nvSpPr>
          <p:cNvPr id="4" name="Footer Placeholder 3">
            <a:extLst>
              <a:ext uri="{FF2B5EF4-FFF2-40B4-BE49-F238E27FC236}">
                <a16:creationId xmlns:a16="http://schemas.microsoft.com/office/drawing/2014/main" id="{22706D86-5479-487D-94C8-76093D84F377}"/>
              </a:ext>
            </a:extLst>
          </p:cNvPr>
          <p:cNvSpPr>
            <a:spLocks noGrp="1"/>
          </p:cNvSpPr>
          <p:nvPr>
            <p:ph type="ftr" sz="quarter" idx="11"/>
          </p:nvPr>
        </p:nvSpPr>
        <p:spPr/>
        <p:txBody>
          <a:bodyPr/>
          <a:lstStyle/>
          <a:p>
            <a:r>
              <a:rPr lang="en-US"/>
              <a:t>Presentation Title</a:t>
            </a:r>
          </a:p>
        </p:txBody>
      </p:sp>
      <p:sp>
        <p:nvSpPr>
          <p:cNvPr id="5" name="Slide Number Placeholder 4">
            <a:extLst>
              <a:ext uri="{FF2B5EF4-FFF2-40B4-BE49-F238E27FC236}">
                <a16:creationId xmlns:a16="http://schemas.microsoft.com/office/drawing/2014/main" id="{A7739411-CED6-43D4-868D-A65C4161A72B}"/>
              </a:ext>
            </a:extLst>
          </p:cNvPr>
          <p:cNvSpPr>
            <a:spLocks noGrp="1"/>
          </p:cNvSpPr>
          <p:nvPr>
            <p:ph type="sldNum" sz="quarter" idx="12"/>
          </p:nvPr>
        </p:nvSpPr>
        <p:spPr/>
        <p:txBody>
          <a:bodyPr/>
          <a:lstStyle/>
          <a:p>
            <a:fld id="{A65A5C87-DF58-40C8-B092-1DE63DB4547E}" type="slidenum">
              <a:rPr lang="en-US" smtClean="0"/>
              <a:t>‹#›</a:t>
            </a:fld>
            <a:endParaRPr lang="en-US"/>
          </a:p>
        </p:txBody>
      </p:sp>
    </p:spTree>
    <p:extLst>
      <p:ext uri="{BB962C8B-B14F-4D97-AF65-F5344CB8AC3E}">
        <p14:creationId xmlns:p14="http://schemas.microsoft.com/office/powerpoint/2010/main" val="14009944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C447E0-1D4D-4EF2-B81B-4B2400EE3EDB}"/>
              </a:ext>
            </a:extLst>
          </p:cNvPr>
          <p:cNvSpPr>
            <a:spLocks noGrp="1"/>
          </p:cNvSpPr>
          <p:nvPr>
            <p:ph type="dt" sz="half" idx="10"/>
          </p:nvPr>
        </p:nvSpPr>
        <p:spPr/>
        <p:txBody>
          <a:bodyPr/>
          <a:lstStyle/>
          <a:p>
            <a:r>
              <a:rPr lang="en-US"/>
              <a:t>9/4/20XX</a:t>
            </a:r>
          </a:p>
        </p:txBody>
      </p:sp>
      <p:sp>
        <p:nvSpPr>
          <p:cNvPr id="3" name="Footer Placeholder 2">
            <a:extLst>
              <a:ext uri="{FF2B5EF4-FFF2-40B4-BE49-F238E27FC236}">
                <a16:creationId xmlns:a16="http://schemas.microsoft.com/office/drawing/2014/main" id="{C9984CA0-2A78-4600-9F3D-19B09E790FE8}"/>
              </a:ext>
            </a:extLst>
          </p:cNvPr>
          <p:cNvSpPr>
            <a:spLocks noGrp="1"/>
          </p:cNvSpPr>
          <p:nvPr>
            <p:ph type="ftr" sz="quarter" idx="11"/>
          </p:nvPr>
        </p:nvSpPr>
        <p:spPr/>
        <p:txBody>
          <a:bodyPr/>
          <a:lstStyle/>
          <a:p>
            <a:r>
              <a:rPr lang="en-US"/>
              <a:t>Presentation Title</a:t>
            </a:r>
          </a:p>
        </p:txBody>
      </p:sp>
      <p:sp>
        <p:nvSpPr>
          <p:cNvPr id="4" name="Slide Number Placeholder 3">
            <a:extLst>
              <a:ext uri="{FF2B5EF4-FFF2-40B4-BE49-F238E27FC236}">
                <a16:creationId xmlns:a16="http://schemas.microsoft.com/office/drawing/2014/main" id="{38440955-B18E-49D3-AE7B-B331200E34C5}"/>
              </a:ext>
            </a:extLst>
          </p:cNvPr>
          <p:cNvSpPr>
            <a:spLocks noGrp="1"/>
          </p:cNvSpPr>
          <p:nvPr>
            <p:ph type="sldNum" sz="quarter" idx="12"/>
          </p:nvPr>
        </p:nvSpPr>
        <p:spPr/>
        <p:txBody>
          <a:bodyPr/>
          <a:lstStyle/>
          <a:p>
            <a:fld id="{A65A5C87-DF58-40C8-B092-1DE63DB4547E}" type="slidenum">
              <a:rPr lang="en-US" smtClean="0"/>
              <a:t>‹#›</a:t>
            </a:fld>
            <a:endParaRPr lang="en-US"/>
          </a:p>
        </p:txBody>
      </p:sp>
    </p:spTree>
    <p:extLst>
      <p:ext uri="{BB962C8B-B14F-4D97-AF65-F5344CB8AC3E}">
        <p14:creationId xmlns:p14="http://schemas.microsoft.com/office/powerpoint/2010/main" val="40603778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FA417FE-CD1A-486F-A4AC-E4000A2FB18E}"/>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1318F0F5-812B-472C-9408-B80F2553F5E0}"/>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F7751B-CD8F-4F5B-A903-1DCE5D1E8306}"/>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a:t>Click to edit Master title style</a:t>
            </a:r>
          </a:p>
        </p:txBody>
      </p:sp>
      <p:sp>
        <p:nvSpPr>
          <p:cNvPr id="3" name="Content Placeholder 2">
            <a:extLst>
              <a:ext uri="{FF2B5EF4-FFF2-40B4-BE49-F238E27FC236}">
                <a16:creationId xmlns:a16="http://schemas.microsoft.com/office/drawing/2014/main" id="{EFA55C8A-A0BB-441D-976F-EB56D4382DB6}"/>
              </a:ext>
            </a:extLst>
          </p:cNvPr>
          <p:cNvSpPr>
            <a:spLocks noGrp="1"/>
          </p:cNvSpPr>
          <p:nvPr>
            <p:ph idx="1"/>
          </p:nvPr>
        </p:nvSpPr>
        <p:spPr>
          <a:xfrm>
            <a:off x="4965192" y="1709928"/>
            <a:ext cx="6729984" cy="4096512"/>
          </a:xfrm>
        </p:spPr>
        <p:txBody>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7DE6A51-A2E5-4BFA-B571-9FDFE1BBFB44}"/>
              </a:ext>
            </a:extLst>
          </p:cNvPr>
          <p:cNvSpPr>
            <a:spLocks noGrp="1"/>
          </p:cNvSpPr>
          <p:nvPr>
            <p:ph type="body" sz="half" idx="2"/>
          </p:nvPr>
        </p:nvSpPr>
        <p:spPr>
          <a:xfrm>
            <a:off x="868680" y="3429000"/>
            <a:ext cx="3099816" cy="2066544"/>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92778A-DD4C-4651-9C53-8B0C44CD8805}"/>
              </a:ext>
            </a:extLst>
          </p:cNvPr>
          <p:cNvSpPr>
            <a:spLocks noGrp="1"/>
          </p:cNvSpPr>
          <p:nvPr>
            <p:ph type="dt" sz="half" idx="10"/>
          </p:nvPr>
        </p:nvSpPr>
        <p:spPr>
          <a:xfrm>
            <a:off x="868680" y="6356350"/>
            <a:ext cx="2743200" cy="365125"/>
          </a:xfrm>
        </p:spPr>
        <p:txBody>
          <a:bodyPr/>
          <a:lstStyle/>
          <a:p>
            <a:r>
              <a:rPr lang="en-US"/>
              <a:t>9/4/20XX</a:t>
            </a:r>
          </a:p>
        </p:txBody>
      </p:sp>
      <p:sp>
        <p:nvSpPr>
          <p:cNvPr id="6" name="Footer Placeholder 5">
            <a:extLst>
              <a:ext uri="{FF2B5EF4-FFF2-40B4-BE49-F238E27FC236}">
                <a16:creationId xmlns:a16="http://schemas.microsoft.com/office/drawing/2014/main" id="{9D6C7F66-2DFA-4146-BE1A-CE2890FE45E2}"/>
              </a:ext>
            </a:extLst>
          </p:cNvPr>
          <p:cNvSpPr>
            <a:spLocks noGrp="1"/>
          </p:cNvSpPr>
          <p:nvPr>
            <p:ph type="ftr" sz="quarter" idx="11"/>
          </p:nvPr>
        </p:nvSpPr>
        <p:spPr/>
        <p:txBody>
          <a:bodyPr/>
          <a:lstStyle/>
          <a:p>
            <a:r>
              <a:rPr lang="en-US"/>
              <a:t>Presentation Title</a:t>
            </a:r>
          </a:p>
        </p:txBody>
      </p:sp>
      <p:sp>
        <p:nvSpPr>
          <p:cNvPr id="7" name="Slide Number Placeholder 6">
            <a:extLst>
              <a:ext uri="{FF2B5EF4-FFF2-40B4-BE49-F238E27FC236}">
                <a16:creationId xmlns:a16="http://schemas.microsoft.com/office/drawing/2014/main" id="{D285D185-B1B6-4D62-81BE-BE82C80ACA6C}"/>
              </a:ext>
            </a:extLst>
          </p:cNvPr>
          <p:cNvSpPr>
            <a:spLocks noGrp="1"/>
          </p:cNvSpPr>
          <p:nvPr>
            <p:ph type="sldNum" sz="quarter" idx="12"/>
          </p:nvPr>
        </p:nvSpPr>
        <p:spPr/>
        <p:txBody>
          <a:bodyPr/>
          <a:lstStyle/>
          <a:p>
            <a:fld id="{A65A5C87-DF58-40C8-B092-1DE63DB4547E}" type="slidenum">
              <a:rPr lang="en-US" smtClean="0"/>
              <a:t>‹#›</a:t>
            </a:fld>
            <a:endParaRPr lang="en-US"/>
          </a:p>
        </p:txBody>
      </p:sp>
    </p:spTree>
    <p:extLst>
      <p:ext uri="{BB962C8B-B14F-4D97-AF65-F5344CB8AC3E}">
        <p14:creationId xmlns:p14="http://schemas.microsoft.com/office/powerpoint/2010/main" val="17772245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8B77B5-211C-456E-B79F-306CC3619347}"/>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3B63C338-194D-4F23-ABEC-60A7EA96F302}"/>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0C04DCC-0E3E-4F05-9FAC-9FA6CA4B2BAE}"/>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a:t>Click to edit Master title style</a:t>
            </a:r>
          </a:p>
        </p:txBody>
      </p:sp>
      <p:sp>
        <p:nvSpPr>
          <p:cNvPr id="3" name="Picture Placeholder 2">
            <a:extLst>
              <a:ext uri="{FF2B5EF4-FFF2-40B4-BE49-F238E27FC236}">
                <a16:creationId xmlns:a16="http://schemas.microsoft.com/office/drawing/2014/main" id="{EBA29649-B19F-499E-8E9A-3577EAC8F031}"/>
              </a:ext>
            </a:extLst>
          </p:cNvPr>
          <p:cNvSpPr>
            <a:spLocks noGrp="1"/>
          </p:cNvSpPr>
          <p:nvPr>
            <p:ph type="pic" idx="1"/>
          </p:nvPr>
        </p:nvSpPr>
        <p:spPr>
          <a:xfrm>
            <a:off x="4965192" y="1161288"/>
            <a:ext cx="6729984" cy="4645152"/>
          </a:xfrm>
        </p:spPr>
        <p:txBody>
          <a:bodyPr>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1BC9EF2E-A8CD-41A1-B11A-0D8842797A98}"/>
              </a:ext>
            </a:extLst>
          </p:cNvPr>
          <p:cNvSpPr>
            <a:spLocks noGrp="1"/>
          </p:cNvSpPr>
          <p:nvPr>
            <p:ph type="body" sz="half" idx="2"/>
          </p:nvPr>
        </p:nvSpPr>
        <p:spPr>
          <a:xfrm>
            <a:off x="868680" y="3438144"/>
            <a:ext cx="3099816" cy="205740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4257B5-0DE0-401F-9171-E8687A97DBA7}"/>
              </a:ext>
            </a:extLst>
          </p:cNvPr>
          <p:cNvSpPr>
            <a:spLocks noGrp="1"/>
          </p:cNvSpPr>
          <p:nvPr>
            <p:ph type="dt" sz="half" idx="10"/>
          </p:nvPr>
        </p:nvSpPr>
        <p:spPr>
          <a:xfrm>
            <a:off x="868680" y="6356350"/>
            <a:ext cx="2743200" cy="365125"/>
          </a:xfrm>
        </p:spPr>
        <p:txBody>
          <a:bodyPr/>
          <a:lstStyle/>
          <a:p>
            <a:r>
              <a:rPr lang="en-US"/>
              <a:t>9/4/20XX</a:t>
            </a:r>
          </a:p>
        </p:txBody>
      </p:sp>
      <p:sp>
        <p:nvSpPr>
          <p:cNvPr id="6" name="Footer Placeholder 5">
            <a:extLst>
              <a:ext uri="{FF2B5EF4-FFF2-40B4-BE49-F238E27FC236}">
                <a16:creationId xmlns:a16="http://schemas.microsoft.com/office/drawing/2014/main" id="{788CD9AD-D667-4FD4-AA34-428AA0BCD09E}"/>
              </a:ext>
            </a:extLst>
          </p:cNvPr>
          <p:cNvSpPr>
            <a:spLocks noGrp="1"/>
          </p:cNvSpPr>
          <p:nvPr>
            <p:ph type="ftr" sz="quarter" idx="11"/>
          </p:nvPr>
        </p:nvSpPr>
        <p:spPr/>
        <p:txBody>
          <a:bodyPr/>
          <a:lstStyle/>
          <a:p>
            <a:r>
              <a:rPr lang="en-US"/>
              <a:t>Presentation Title</a:t>
            </a:r>
          </a:p>
        </p:txBody>
      </p:sp>
      <p:sp>
        <p:nvSpPr>
          <p:cNvPr id="7" name="Slide Number Placeholder 6">
            <a:extLst>
              <a:ext uri="{FF2B5EF4-FFF2-40B4-BE49-F238E27FC236}">
                <a16:creationId xmlns:a16="http://schemas.microsoft.com/office/drawing/2014/main" id="{18770FB6-F273-4BA6-8B97-9835AC537871}"/>
              </a:ext>
            </a:extLst>
          </p:cNvPr>
          <p:cNvSpPr>
            <a:spLocks noGrp="1"/>
          </p:cNvSpPr>
          <p:nvPr>
            <p:ph type="sldNum" sz="quarter" idx="12"/>
          </p:nvPr>
        </p:nvSpPr>
        <p:spPr/>
        <p:txBody>
          <a:bodyPr/>
          <a:lstStyle/>
          <a:p>
            <a:fld id="{A65A5C87-DF58-40C8-B092-1DE63DB4547E}" type="slidenum">
              <a:rPr lang="en-US" smtClean="0"/>
              <a:t>‹#›</a:t>
            </a:fld>
            <a:endParaRPr lang="en-US"/>
          </a:p>
        </p:txBody>
      </p:sp>
    </p:spTree>
    <p:extLst>
      <p:ext uri="{BB962C8B-B14F-4D97-AF65-F5344CB8AC3E}">
        <p14:creationId xmlns:p14="http://schemas.microsoft.com/office/powerpoint/2010/main" val="4332482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325BDE-35A4-4AAD-960B-C1415864AD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E459C78-0CC4-4552-93DD-49B4194D00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744A3C-9C54-46A6-B3EF-5B36362423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9/4/20XX</a:t>
            </a:r>
          </a:p>
        </p:txBody>
      </p:sp>
      <p:sp>
        <p:nvSpPr>
          <p:cNvPr id="5" name="Footer Placeholder 4">
            <a:extLst>
              <a:ext uri="{FF2B5EF4-FFF2-40B4-BE49-F238E27FC236}">
                <a16:creationId xmlns:a16="http://schemas.microsoft.com/office/drawing/2014/main" id="{07D5A696-7B4B-4181-A961-7D66556D50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Presentation Title</a:t>
            </a:r>
          </a:p>
        </p:txBody>
      </p:sp>
      <p:sp>
        <p:nvSpPr>
          <p:cNvPr id="6" name="Slide Number Placeholder 5">
            <a:extLst>
              <a:ext uri="{FF2B5EF4-FFF2-40B4-BE49-F238E27FC236}">
                <a16:creationId xmlns:a16="http://schemas.microsoft.com/office/drawing/2014/main" id="{23038CB5-8F4A-401D-A3A9-B27DC15B7A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5A5C87-DF58-40C8-B092-1DE63DB4547E}" type="slidenum">
              <a:rPr lang="en-US" smtClean="0"/>
              <a:t>‹#›</a:t>
            </a:fld>
            <a:endParaRPr lang="en-US"/>
          </a:p>
        </p:txBody>
      </p:sp>
    </p:spTree>
    <p:extLst>
      <p:ext uri="{BB962C8B-B14F-4D97-AF65-F5344CB8AC3E}">
        <p14:creationId xmlns:p14="http://schemas.microsoft.com/office/powerpoint/2010/main" val="1785134420"/>
      </p:ext>
    </p:extLst>
  </p:cSld>
  <p:clrMap bg1="lt1" tx1="dk1" bg2="lt2" tx2="dk2" accent1="accent1" accent2="accent2" accent3="accent3" accent4="accent4" accent5="accent5" accent6="accent6" hlink="hlink" folHlink="folHlink"/>
  <p:sldLayoutIdLst>
    <p:sldLayoutId id="2147483721" r:id="rId1"/>
    <p:sldLayoutId id="2147483730" r:id="rId2"/>
    <p:sldLayoutId id="2147483731" r:id="rId3"/>
    <p:sldLayoutId id="2147483723" r:id="rId4"/>
    <p:sldLayoutId id="2147483722" r:id="rId5"/>
    <p:sldLayoutId id="2147483732" r:id="rId6"/>
    <p:sldLayoutId id="2147483736" r:id="rId7"/>
    <p:sldLayoutId id="2147483725" r:id="rId8"/>
    <p:sldLayoutId id="2147483733" r:id="rId9"/>
    <p:sldLayoutId id="2147483734" r:id="rId10"/>
    <p:sldLayoutId id="2147483735" r:id="rId11"/>
    <p:sldLayoutId id="2147483726" r:id="rId12"/>
    <p:sldLayoutId id="2147483727" r:id="rId13"/>
    <p:sldLayoutId id="2147483728" r:id="rId14"/>
    <p:sldLayoutId id="2147483729" r:id="rId1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0D9D20-B4BB-42AA-8DDD-68CC9F1D95DB}"/>
              </a:ext>
            </a:extLst>
          </p:cNvPr>
          <p:cNvSpPr>
            <a:spLocks noGrp="1"/>
          </p:cNvSpPr>
          <p:nvPr>
            <p:ph type="ctrTitle"/>
          </p:nvPr>
        </p:nvSpPr>
        <p:spPr/>
        <p:txBody>
          <a:bodyPr>
            <a:noAutofit/>
          </a:bodyPr>
          <a:lstStyle/>
          <a:p>
            <a:r>
              <a:rPr lang="en-US" sz="5400" dirty="0"/>
              <a:t>Session 4: </a:t>
            </a:r>
            <a:br>
              <a:rPr lang="en-US" sz="5400" dirty="0"/>
            </a:br>
            <a:r>
              <a:rPr lang="en-US" sz="5400" b="1" dirty="0"/>
              <a:t>Presentations of Action Plans</a:t>
            </a:r>
            <a:endParaRPr lang="en-US" sz="2800" b="1" dirty="0"/>
          </a:p>
        </p:txBody>
      </p:sp>
      <p:sp>
        <p:nvSpPr>
          <p:cNvPr id="6" name="Subtitle 2">
            <a:extLst>
              <a:ext uri="{FF2B5EF4-FFF2-40B4-BE49-F238E27FC236}">
                <a16:creationId xmlns:a16="http://schemas.microsoft.com/office/drawing/2014/main" id="{E18B9F42-4F2C-59FA-A4D0-E38A430A5220}"/>
              </a:ext>
            </a:extLst>
          </p:cNvPr>
          <p:cNvSpPr>
            <a:spLocks noGrp="1"/>
          </p:cNvSpPr>
          <p:nvPr>
            <p:ph type="subTitle" idx="1"/>
          </p:nvPr>
        </p:nvSpPr>
        <p:spPr>
          <a:xfrm>
            <a:off x="2482595" y="4717965"/>
            <a:ext cx="7660471" cy="988568"/>
          </a:xfrm>
        </p:spPr>
        <p:txBody>
          <a:bodyPr>
            <a:noAutofit/>
          </a:bodyPr>
          <a:lstStyle/>
          <a:p>
            <a:endParaRPr lang="en-US" sz="2000" dirty="0"/>
          </a:p>
        </p:txBody>
      </p:sp>
    </p:spTree>
    <p:extLst>
      <p:ext uri="{BB962C8B-B14F-4D97-AF65-F5344CB8AC3E}">
        <p14:creationId xmlns:p14="http://schemas.microsoft.com/office/powerpoint/2010/main" val="1833737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F4A85B-2AC6-4E29-B074-AB92F8FA9BB1}"/>
              </a:ext>
            </a:extLst>
          </p:cNvPr>
          <p:cNvSpPr>
            <a:spLocks noGrp="1"/>
          </p:cNvSpPr>
          <p:nvPr>
            <p:ph type="title"/>
          </p:nvPr>
        </p:nvSpPr>
        <p:spPr/>
        <p:txBody>
          <a:bodyPr/>
          <a:lstStyle/>
          <a:p>
            <a:r>
              <a:rPr lang="en-US" sz="5200">
                <a:latin typeface="+mj-lt"/>
              </a:rPr>
              <a:t>Outline</a:t>
            </a:r>
            <a:endParaRPr lang="en-US"/>
          </a:p>
        </p:txBody>
      </p:sp>
      <p:sp>
        <p:nvSpPr>
          <p:cNvPr id="3" name="Content Placeholder 2">
            <a:extLst>
              <a:ext uri="{FF2B5EF4-FFF2-40B4-BE49-F238E27FC236}">
                <a16:creationId xmlns:a16="http://schemas.microsoft.com/office/drawing/2014/main" id="{E32AB0EB-0819-41F4-99E9-C02FA0DAF66D}"/>
              </a:ext>
            </a:extLst>
          </p:cNvPr>
          <p:cNvSpPr>
            <a:spLocks noGrp="1"/>
          </p:cNvSpPr>
          <p:nvPr>
            <p:ph idx="1"/>
          </p:nvPr>
        </p:nvSpPr>
        <p:spPr>
          <a:xfrm>
            <a:off x="5084063" y="3355848"/>
            <a:ext cx="6468839" cy="2825496"/>
          </a:xfrm>
        </p:spPr>
        <p:txBody>
          <a:bodyPr vert="horz" lIns="91440" tIns="45720" rIns="91440" bIns="45720" rtlCol="0" anchor="t">
            <a:normAutofit lnSpcReduction="10000"/>
          </a:bodyPr>
          <a:lstStyle/>
          <a:p>
            <a:pPr marL="0" indent="0"/>
            <a:r>
              <a:rPr lang="en-US" sz="2800" dirty="0"/>
              <a:t>1 – Muddiest point</a:t>
            </a:r>
          </a:p>
          <a:p>
            <a:pPr marL="0" indent="0"/>
            <a:r>
              <a:rPr lang="en-US" sz="2800" dirty="0"/>
              <a:t>2 - Presentations of action plans </a:t>
            </a:r>
          </a:p>
          <a:p>
            <a:pPr marL="0" indent="0">
              <a:lnSpc>
                <a:spcPct val="110000"/>
              </a:lnSpc>
            </a:pPr>
            <a:r>
              <a:rPr lang="en-US" sz="2800" dirty="0"/>
              <a:t>2 – Collaboration opportunities </a:t>
            </a:r>
          </a:p>
          <a:p>
            <a:pPr marL="0" indent="0"/>
            <a:r>
              <a:rPr lang="en-US" sz="2800" dirty="0"/>
              <a:t>3 – Q&amp;A </a:t>
            </a:r>
          </a:p>
          <a:p>
            <a:pPr marL="0" indent="0"/>
            <a:r>
              <a:rPr lang="en-US" sz="2800" dirty="0"/>
              <a:t>4 – Evaluation and reflection</a:t>
            </a:r>
          </a:p>
        </p:txBody>
      </p:sp>
      <p:sp>
        <p:nvSpPr>
          <p:cNvPr id="6" name="Slide Number Placeholder 5">
            <a:extLst>
              <a:ext uri="{FF2B5EF4-FFF2-40B4-BE49-F238E27FC236}">
                <a16:creationId xmlns:a16="http://schemas.microsoft.com/office/drawing/2014/main" id="{B49FA539-2DA6-4197-AA13-56E0C33955F2}"/>
              </a:ext>
            </a:extLst>
          </p:cNvPr>
          <p:cNvSpPr>
            <a:spLocks noGrp="1"/>
          </p:cNvSpPr>
          <p:nvPr>
            <p:ph type="sldNum" sz="quarter" idx="12"/>
          </p:nvPr>
        </p:nvSpPr>
        <p:spPr/>
        <p:txBody>
          <a:bodyPr/>
          <a:lstStyle/>
          <a:p>
            <a:fld id="{A65A5C87-DF58-40C8-B092-1DE63DB4547E}" type="slidenum">
              <a:rPr lang="en-US" smtClean="0"/>
              <a:t>2</a:t>
            </a:fld>
            <a:endParaRPr lang="en-US"/>
          </a:p>
        </p:txBody>
      </p:sp>
      <p:sp>
        <p:nvSpPr>
          <p:cNvPr id="8" name="Picture Placeholder 7">
            <a:extLst>
              <a:ext uri="{FF2B5EF4-FFF2-40B4-BE49-F238E27FC236}">
                <a16:creationId xmlns:a16="http://schemas.microsoft.com/office/drawing/2014/main" id="{C4F1300A-2BEB-4488-0DBA-1541A0DF1F5E}"/>
              </a:ext>
            </a:extLst>
          </p:cNvPr>
          <p:cNvSpPr>
            <a:spLocks noGrp="1"/>
          </p:cNvSpPr>
          <p:nvPr>
            <p:ph type="pic" sz="quarter" idx="13"/>
          </p:nvPr>
        </p:nvSpPr>
        <p:spPr/>
        <p:txBody>
          <a:bodyPr/>
          <a:lstStyle/>
          <a:p>
            <a:endParaRPr lang="en-CH"/>
          </a:p>
        </p:txBody>
      </p:sp>
    </p:spTree>
    <p:extLst>
      <p:ext uri="{BB962C8B-B14F-4D97-AF65-F5344CB8AC3E}">
        <p14:creationId xmlns:p14="http://schemas.microsoft.com/office/powerpoint/2010/main" val="416783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501C14-7F4D-4D43-AB31-14E1B4AA1C63}"/>
              </a:ext>
            </a:extLst>
          </p:cNvPr>
          <p:cNvSpPr>
            <a:spLocks noGrp="1"/>
          </p:cNvSpPr>
          <p:nvPr>
            <p:ph type="title"/>
          </p:nvPr>
        </p:nvSpPr>
        <p:spPr/>
        <p:txBody>
          <a:bodyPr/>
          <a:lstStyle/>
          <a:p>
            <a:r>
              <a:rPr lang="en-US"/>
              <a:t>Learning Outcomes</a:t>
            </a:r>
          </a:p>
        </p:txBody>
      </p:sp>
      <p:sp>
        <p:nvSpPr>
          <p:cNvPr id="3" name="Content Placeholder 2">
            <a:extLst>
              <a:ext uri="{FF2B5EF4-FFF2-40B4-BE49-F238E27FC236}">
                <a16:creationId xmlns:a16="http://schemas.microsoft.com/office/drawing/2014/main" id="{04141C1E-7FB9-4FD0-9195-B9ADFD18ADC1}"/>
              </a:ext>
            </a:extLst>
          </p:cNvPr>
          <p:cNvSpPr>
            <a:spLocks noGrp="1"/>
          </p:cNvSpPr>
          <p:nvPr>
            <p:ph idx="1"/>
          </p:nvPr>
        </p:nvSpPr>
        <p:spPr>
          <a:xfrm>
            <a:off x="612648" y="3296856"/>
            <a:ext cx="6486242" cy="3172770"/>
          </a:xfrm>
        </p:spPr>
        <p:txBody>
          <a:bodyPr>
            <a:normAutofit/>
          </a:bodyPr>
          <a:lstStyle/>
          <a:p>
            <a:pPr>
              <a:lnSpc>
                <a:spcPct val="107000"/>
              </a:lnSpc>
              <a:spcAft>
                <a:spcPts val="800"/>
              </a:spcAft>
            </a:pPr>
            <a:r>
              <a:rPr lang="en-US" sz="2000" dirty="0">
                <a:effectLst/>
                <a:ea typeface="Calibri" panose="020F0502020204030204" pitchFamily="34" charset="0"/>
                <a:cs typeface="Calibri" panose="020F0502020204030204" pitchFamily="34" charset="0"/>
              </a:rPr>
              <a:t>In this session, participants will</a:t>
            </a:r>
          </a:p>
          <a:p>
            <a:pPr marL="285750" indent="-285750">
              <a:lnSpc>
                <a:spcPct val="107000"/>
              </a:lnSpc>
              <a:spcAft>
                <a:spcPts val="800"/>
              </a:spcAft>
              <a:buFont typeface="Arial" panose="020B0604020202020204" pitchFamily="34" charset="0"/>
              <a:buChar char="•"/>
            </a:pPr>
            <a:r>
              <a:rPr lang="en-GB" sz="2000" dirty="0">
                <a:effectLst/>
                <a:ea typeface="Calibri" panose="020F0502020204030204" pitchFamily="34" charset="0"/>
                <a:cs typeface="Times New Roman" panose="02020603050405020304" pitchFamily="18" charset="0"/>
              </a:rPr>
              <a:t>deepen their understanding on ESD and constructive alignment </a:t>
            </a:r>
          </a:p>
          <a:p>
            <a:pPr marL="285750" indent="-285750">
              <a:lnSpc>
                <a:spcPct val="107000"/>
              </a:lnSpc>
              <a:spcAft>
                <a:spcPts val="800"/>
              </a:spcAft>
              <a:buFont typeface="Arial" panose="020B0604020202020204" pitchFamily="34" charset="0"/>
              <a:buChar char="•"/>
            </a:pPr>
            <a:r>
              <a:rPr lang="en-GB" sz="2000" dirty="0">
                <a:ea typeface="Calibri" panose="020F0502020204030204" pitchFamily="34" charset="0"/>
                <a:cs typeface="Times New Roman" panose="02020603050405020304" pitchFamily="18" charset="0"/>
              </a:rPr>
              <a:t>present their own action plan</a:t>
            </a:r>
          </a:p>
          <a:p>
            <a:pPr marL="285750" indent="-285750">
              <a:lnSpc>
                <a:spcPct val="107000"/>
              </a:lnSpc>
              <a:spcAft>
                <a:spcPts val="800"/>
              </a:spcAft>
              <a:buFont typeface="Arial" panose="020B0604020202020204" pitchFamily="34" charset="0"/>
              <a:buChar char="•"/>
            </a:pPr>
            <a:r>
              <a:rPr lang="en-GB" sz="2000" dirty="0">
                <a:ea typeface="Calibri" panose="020F0502020204030204" pitchFamily="34" charset="0"/>
                <a:cs typeface="Times New Roman" panose="02020603050405020304" pitchFamily="18" charset="0"/>
              </a:rPr>
              <a:t>i</a:t>
            </a:r>
            <a:r>
              <a:rPr lang="en-GB" sz="2000" dirty="0">
                <a:effectLst/>
                <a:ea typeface="Calibri" panose="020F0502020204030204" pitchFamily="34" charset="0"/>
                <a:cs typeface="Times New Roman" panose="02020603050405020304" pitchFamily="18" charset="0"/>
              </a:rPr>
              <a:t>dentify collaboration opportunities (with other lecturers, departments, or external organizations working on sustainability initiatives) </a:t>
            </a:r>
          </a:p>
          <a:p>
            <a:pPr marL="285750" indent="-285750">
              <a:lnSpc>
                <a:spcPct val="107000"/>
              </a:lnSpc>
              <a:spcAft>
                <a:spcPts val="800"/>
              </a:spcAft>
              <a:buFont typeface="Arial" panose="020B0604020202020204" pitchFamily="34" charset="0"/>
              <a:buChar char="•"/>
            </a:pPr>
            <a:endParaRPr lang="en-CH" sz="2000" dirty="0">
              <a:effectLst/>
              <a:highlight>
                <a:srgbClr val="FFFF00"/>
              </a:highligh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30C59246-61F9-4344-994B-CAC75B954C24}"/>
              </a:ext>
            </a:extLst>
          </p:cNvPr>
          <p:cNvSpPr>
            <a:spLocks noGrp="1"/>
          </p:cNvSpPr>
          <p:nvPr>
            <p:ph type="sldNum" sz="quarter" idx="12"/>
          </p:nvPr>
        </p:nvSpPr>
        <p:spPr/>
        <p:txBody>
          <a:bodyPr/>
          <a:lstStyle/>
          <a:p>
            <a:fld id="{A65A5C87-DF58-40C8-B092-1DE63DB4547E}" type="slidenum">
              <a:rPr lang="en-US" smtClean="0"/>
              <a:pPr/>
              <a:t>3</a:t>
            </a:fld>
            <a:endParaRPr lang="en-US"/>
          </a:p>
        </p:txBody>
      </p:sp>
      <p:sp>
        <p:nvSpPr>
          <p:cNvPr id="6" name="Picture Placeholder 5">
            <a:extLst>
              <a:ext uri="{FF2B5EF4-FFF2-40B4-BE49-F238E27FC236}">
                <a16:creationId xmlns:a16="http://schemas.microsoft.com/office/drawing/2014/main" id="{8EC51C57-A9CE-5462-3BCF-70BFCA326DEE}"/>
              </a:ext>
            </a:extLst>
          </p:cNvPr>
          <p:cNvSpPr>
            <a:spLocks noGrp="1"/>
          </p:cNvSpPr>
          <p:nvPr>
            <p:ph type="pic" sz="quarter" idx="14"/>
          </p:nvPr>
        </p:nvSpPr>
        <p:spPr/>
        <p:txBody>
          <a:bodyPr/>
          <a:lstStyle/>
          <a:p>
            <a:endParaRPr lang="en-CH"/>
          </a:p>
        </p:txBody>
      </p:sp>
      <p:sp>
        <p:nvSpPr>
          <p:cNvPr id="8" name="Picture Placeholder 7">
            <a:extLst>
              <a:ext uri="{FF2B5EF4-FFF2-40B4-BE49-F238E27FC236}">
                <a16:creationId xmlns:a16="http://schemas.microsoft.com/office/drawing/2014/main" id="{D27508F3-2018-8DD5-AA7E-74B5E664A695}"/>
              </a:ext>
            </a:extLst>
          </p:cNvPr>
          <p:cNvSpPr>
            <a:spLocks noGrp="1"/>
          </p:cNvSpPr>
          <p:nvPr>
            <p:ph type="pic" sz="quarter" idx="13"/>
          </p:nvPr>
        </p:nvSpPr>
        <p:spPr/>
        <p:txBody>
          <a:bodyPr/>
          <a:lstStyle/>
          <a:p>
            <a:endParaRPr lang="en-CH"/>
          </a:p>
        </p:txBody>
      </p:sp>
    </p:spTree>
    <p:extLst>
      <p:ext uri="{BB962C8B-B14F-4D97-AF65-F5344CB8AC3E}">
        <p14:creationId xmlns:p14="http://schemas.microsoft.com/office/powerpoint/2010/main" val="14713846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D3A99-BC9D-4DC2-BE1B-9E2C93EDD294}"/>
              </a:ext>
            </a:extLst>
          </p:cNvPr>
          <p:cNvSpPr>
            <a:spLocks noGrp="1"/>
          </p:cNvSpPr>
          <p:nvPr>
            <p:ph type="title"/>
          </p:nvPr>
        </p:nvSpPr>
        <p:spPr/>
        <p:txBody>
          <a:bodyPr/>
          <a:lstStyle/>
          <a:p>
            <a:r>
              <a:rPr lang="en-US" dirty="0"/>
              <a:t>Muddiest point</a:t>
            </a:r>
          </a:p>
        </p:txBody>
      </p:sp>
      <p:sp>
        <p:nvSpPr>
          <p:cNvPr id="3" name="Text Placeholder 2">
            <a:extLst>
              <a:ext uri="{FF2B5EF4-FFF2-40B4-BE49-F238E27FC236}">
                <a16:creationId xmlns:a16="http://schemas.microsoft.com/office/drawing/2014/main" id="{817D061C-023A-4DD9-8847-DD7718553EA4}"/>
              </a:ext>
            </a:extLst>
          </p:cNvPr>
          <p:cNvSpPr>
            <a:spLocks noGrp="1"/>
          </p:cNvSpPr>
          <p:nvPr>
            <p:ph type="body" idx="1"/>
          </p:nvPr>
        </p:nvSpPr>
        <p:spPr/>
        <p:txBody>
          <a:bodyPr/>
          <a:lstStyle/>
          <a:p>
            <a:pPr marL="0" marR="0" lvl="0" indent="0" algn="ctr" defTabSz="914400" rtl="0" eaLnBrk="1" fontAlgn="auto" latinLnBrk="0" hangingPunct="1">
              <a:lnSpc>
                <a:spcPct val="110000"/>
              </a:lnSpc>
              <a:spcBef>
                <a:spcPts val="1000"/>
              </a:spcBef>
              <a:spcAft>
                <a:spcPts val="0"/>
              </a:spcAft>
              <a:buClrTx/>
              <a:buSzTx/>
              <a:buFont typeface="Arial" panose="020B0604020202020204" pitchFamily="34" charset="0"/>
              <a:buNone/>
              <a:tabLst/>
              <a:defRPr/>
            </a:pPr>
            <a:r>
              <a:rPr kumimoji="0" lang="en-US" sz="9600" b="0" i="0" u="none" strike="noStrike" kern="1200" cap="none" spc="0" normalizeH="0" baseline="0" noProof="0">
                <a:ln>
                  <a:noFill/>
                </a:ln>
                <a:solidFill>
                  <a:prstClr val="white"/>
                </a:solidFill>
                <a:effectLst/>
                <a:uLnTx/>
                <a:uFillTx/>
                <a:latin typeface="Avenir Next LT Pro"/>
                <a:ea typeface="+mn-ea"/>
                <a:cs typeface="+mn-cs"/>
              </a:rPr>
              <a:t>1</a:t>
            </a:r>
          </a:p>
          <a:p>
            <a:endParaRPr lang="en-US"/>
          </a:p>
        </p:txBody>
      </p:sp>
    </p:spTree>
    <p:extLst>
      <p:ext uri="{BB962C8B-B14F-4D97-AF65-F5344CB8AC3E}">
        <p14:creationId xmlns:p14="http://schemas.microsoft.com/office/powerpoint/2010/main" val="21331615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CE6A1A-7E83-2A26-F944-52D4B29C0989}"/>
              </a:ext>
            </a:extLst>
          </p:cNvPr>
          <p:cNvSpPr>
            <a:spLocks noGrp="1"/>
          </p:cNvSpPr>
          <p:nvPr>
            <p:ph type="title"/>
          </p:nvPr>
        </p:nvSpPr>
        <p:spPr>
          <a:xfrm>
            <a:off x="411480" y="987552"/>
            <a:ext cx="4485861" cy="1088136"/>
          </a:xfrm>
        </p:spPr>
        <p:txBody>
          <a:bodyPr vert="horz" lIns="91440" tIns="45720" rIns="91440" bIns="45720" rtlCol="0" anchor="b">
            <a:normAutofit/>
          </a:bodyPr>
          <a:lstStyle/>
          <a:p>
            <a:r>
              <a:rPr lang="en-US" sz="3400"/>
              <a:t>Muddiest point</a:t>
            </a:r>
          </a:p>
        </p:txBody>
      </p:sp>
      <p:sp>
        <p:nvSpPr>
          <p:cNvPr id="9" name="TextBox 8">
            <a:extLst>
              <a:ext uri="{FF2B5EF4-FFF2-40B4-BE49-F238E27FC236}">
                <a16:creationId xmlns:a16="http://schemas.microsoft.com/office/drawing/2014/main" id="{079D97C2-AB43-5C8D-2AB8-71368E8734BB}"/>
              </a:ext>
            </a:extLst>
          </p:cNvPr>
          <p:cNvSpPr txBox="1"/>
          <p:nvPr/>
        </p:nvSpPr>
        <p:spPr>
          <a:xfrm>
            <a:off x="411479" y="2688336"/>
            <a:ext cx="4498848" cy="3584448"/>
          </a:xfrm>
          <a:prstGeom prst="rect">
            <a:avLst/>
          </a:prstGeom>
        </p:spPr>
        <p:txBody>
          <a:bodyPr vert="horz" lIns="91440" tIns="45720" rIns="91440" bIns="45720" rtlCol="0" anchor="t">
            <a:normAutofit/>
          </a:bodyPr>
          <a:lstStyle/>
          <a:p>
            <a:pPr marL="342900" indent="-228600">
              <a:lnSpc>
                <a:spcPct val="110000"/>
              </a:lnSpc>
              <a:spcAft>
                <a:spcPts val="600"/>
              </a:spcAft>
              <a:buFont typeface="Arial" panose="020B0604020202020204" pitchFamily="34" charset="0"/>
              <a:buChar char="•"/>
            </a:pPr>
            <a:r>
              <a:rPr lang="en-US" sz="1700" dirty="0"/>
              <a:t>Most difficult or confusing parts of Session 3 (ESD and constructive alignment) </a:t>
            </a:r>
          </a:p>
        </p:txBody>
      </p:sp>
      <p:pic>
        <p:nvPicPr>
          <p:cNvPr id="3" name="Picture 2">
            <a:extLst>
              <a:ext uri="{FF2B5EF4-FFF2-40B4-BE49-F238E27FC236}">
                <a16:creationId xmlns:a16="http://schemas.microsoft.com/office/drawing/2014/main" id="{C867D5EF-3E05-FD06-CAEC-9EE4EA6350B3}"/>
              </a:ext>
            </a:extLst>
          </p:cNvPr>
          <p:cNvPicPr>
            <a:picLocks noChangeAspect="1"/>
          </p:cNvPicPr>
          <p:nvPr/>
        </p:nvPicPr>
        <p:blipFill rotWithShape="1">
          <a:blip r:embed="rId2"/>
          <a:srcRect l="21006" r="22531"/>
          <a:stretch/>
        </p:blipFill>
        <p:spPr>
          <a:xfrm>
            <a:off x="5308052" y="10"/>
            <a:ext cx="6883948" cy="6857990"/>
          </a:xfrm>
          <a:custGeom>
            <a:avLst/>
            <a:gdLst/>
            <a:ahLst/>
            <a:cxnLst/>
            <a:rect l="l" t="t" r="r" b="b"/>
            <a:pathLst>
              <a:path w="6883948" h="6858000">
                <a:moveTo>
                  <a:pt x="365648" y="0"/>
                </a:moveTo>
                <a:lnTo>
                  <a:pt x="6883948" y="0"/>
                </a:lnTo>
                <a:lnTo>
                  <a:pt x="6883948" y="6858000"/>
                </a:lnTo>
                <a:lnTo>
                  <a:pt x="365648" y="6858000"/>
                </a:lnTo>
                <a:lnTo>
                  <a:pt x="360213" y="6835050"/>
                </a:lnTo>
                <a:cubicBezTo>
                  <a:pt x="128263" y="5788167"/>
                  <a:pt x="0" y="4637179"/>
                  <a:pt x="0" y="3429001"/>
                </a:cubicBezTo>
                <a:cubicBezTo>
                  <a:pt x="0" y="2220824"/>
                  <a:pt x="128263" y="1069835"/>
                  <a:pt x="360213" y="22952"/>
                </a:cubicBezTo>
                <a:close/>
              </a:path>
            </a:pathLst>
          </a:custGeom>
          <a:effectLst>
            <a:outerShdw blurRad="50800" dist="38100" dir="10800000" algn="r" rotWithShape="0">
              <a:schemeClr val="bg1">
                <a:lumMod val="85000"/>
                <a:alpha val="30000"/>
              </a:schemeClr>
            </a:outerShdw>
          </a:effectLst>
        </p:spPr>
      </p:pic>
      <p:sp>
        <p:nvSpPr>
          <p:cNvPr id="6" name="Slide Number Placeholder 5">
            <a:extLst>
              <a:ext uri="{FF2B5EF4-FFF2-40B4-BE49-F238E27FC236}">
                <a16:creationId xmlns:a16="http://schemas.microsoft.com/office/drawing/2014/main" id="{FBD39606-4185-76E0-782E-5C756BE59826}"/>
              </a:ext>
            </a:extLst>
          </p:cNvPr>
          <p:cNvSpPr>
            <a:spLocks noGrp="1"/>
          </p:cNvSpPr>
          <p:nvPr>
            <p:ph type="sldNum" sz="quarter" idx="12"/>
          </p:nvPr>
        </p:nvSpPr>
        <p:spPr>
          <a:xfrm>
            <a:off x="9037321" y="6356350"/>
            <a:ext cx="2743200" cy="365125"/>
          </a:xfrm>
        </p:spPr>
        <p:txBody>
          <a:bodyPr vert="horz" lIns="91440" tIns="45720" rIns="91440" bIns="45720" rtlCol="0" anchor="ctr">
            <a:normAutofit/>
          </a:bodyPr>
          <a:lstStyle/>
          <a:p>
            <a:pPr>
              <a:spcAft>
                <a:spcPts val="600"/>
              </a:spcAft>
            </a:pPr>
            <a:fld id="{A65A5C87-DF58-40C8-B092-1DE63DB4547E}" type="slidenum">
              <a:rPr lang="en-US">
                <a:solidFill>
                  <a:srgbClr val="FFFFFF"/>
                </a:solidFill>
              </a:rPr>
              <a:pPr>
                <a:spcAft>
                  <a:spcPts val="600"/>
                </a:spcAft>
              </a:pPr>
              <a:t>5</a:t>
            </a:fld>
            <a:endParaRPr lang="en-US">
              <a:solidFill>
                <a:srgbClr val="FFFFFF"/>
              </a:solidFill>
            </a:endParaRPr>
          </a:p>
        </p:txBody>
      </p:sp>
    </p:spTree>
    <p:extLst>
      <p:ext uri="{BB962C8B-B14F-4D97-AF65-F5344CB8AC3E}">
        <p14:creationId xmlns:p14="http://schemas.microsoft.com/office/powerpoint/2010/main" val="40487698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D3A99-BC9D-4DC2-BE1B-9E2C93EDD294}"/>
              </a:ext>
            </a:extLst>
          </p:cNvPr>
          <p:cNvSpPr>
            <a:spLocks noGrp="1"/>
          </p:cNvSpPr>
          <p:nvPr>
            <p:ph type="title"/>
          </p:nvPr>
        </p:nvSpPr>
        <p:spPr/>
        <p:txBody>
          <a:bodyPr/>
          <a:lstStyle/>
          <a:p>
            <a:r>
              <a:rPr lang="en-US" dirty="0"/>
              <a:t>Presentations of action plans</a:t>
            </a:r>
          </a:p>
        </p:txBody>
      </p:sp>
      <p:sp>
        <p:nvSpPr>
          <p:cNvPr id="3" name="Text Placeholder 2">
            <a:extLst>
              <a:ext uri="{FF2B5EF4-FFF2-40B4-BE49-F238E27FC236}">
                <a16:creationId xmlns:a16="http://schemas.microsoft.com/office/drawing/2014/main" id="{817D061C-023A-4DD9-8847-DD7718553EA4}"/>
              </a:ext>
            </a:extLst>
          </p:cNvPr>
          <p:cNvSpPr>
            <a:spLocks noGrp="1"/>
          </p:cNvSpPr>
          <p:nvPr>
            <p:ph type="body" idx="1"/>
          </p:nvPr>
        </p:nvSpPr>
        <p:spPr/>
        <p:txBody>
          <a:bodyPr/>
          <a:lstStyle/>
          <a:p>
            <a:pPr marL="0" marR="0" lvl="0" indent="0" algn="ctr" defTabSz="914400" rtl="0" eaLnBrk="1" fontAlgn="auto" latinLnBrk="0" hangingPunct="1">
              <a:lnSpc>
                <a:spcPct val="110000"/>
              </a:lnSpc>
              <a:spcBef>
                <a:spcPts val="1000"/>
              </a:spcBef>
              <a:spcAft>
                <a:spcPts val="0"/>
              </a:spcAft>
              <a:buClrTx/>
              <a:buSzTx/>
              <a:buFont typeface="Arial" panose="020B0604020202020204" pitchFamily="34" charset="0"/>
              <a:buNone/>
              <a:tabLst/>
              <a:defRPr/>
            </a:pPr>
            <a:r>
              <a:rPr kumimoji="0" lang="en-US" sz="9600" b="0" i="0" u="none" strike="noStrike" kern="1200" cap="none" spc="0" normalizeH="0" baseline="0" noProof="0" dirty="0">
                <a:ln>
                  <a:noFill/>
                </a:ln>
                <a:solidFill>
                  <a:prstClr val="white"/>
                </a:solidFill>
                <a:effectLst/>
                <a:uLnTx/>
                <a:uFillTx/>
                <a:latin typeface="Avenir Next LT Pro"/>
                <a:ea typeface="+mn-ea"/>
                <a:cs typeface="+mn-cs"/>
              </a:rPr>
              <a:t>2</a:t>
            </a:r>
          </a:p>
          <a:p>
            <a:endParaRPr lang="en-US" dirty="0"/>
          </a:p>
        </p:txBody>
      </p:sp>
    </p:spTree>
    <p:extLst>
      <p:ext uri="{BB962C8B-B14F-4D97-AF65-F5344CB8AC3E}">
        <p14:creationId xmlns:p14="http://schemas.microsoft.com/office/powerpoint/2010/main" val="41405636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E39149-F6EC-015F-1BEF-932BFB3AFF3B}"/>
              </a:ext>
            </a:extLst>
          </p:cNvPr>
          <p:cNvSpPr>
            <a:spLocks noGrp="1"/>
          </p:cNvSpPr>
          <p:nvPr>
            <p:ph type="title"/>
          </p:nvPr>
        </p:nvSpPr>
        <p:spPr>
          <a:xfrm>
            <a:off x="761733" y="263002"/>
            <a:ext cx="5991244" cy="1106424"/>
          </a:xfrm>
        </p:spPr>
        <p:txBody>
          <a:bodyPr>
            <a:normAutofit/>
          </a:bodyPr>
          <a:lstStyle/>
          <a:p>
            <a:r>
              <a:rPr lang="en-GB" sz="3200" dirty="0"/>
              <a:t>Develop an ESD Action Plan</a:t>
            </a:r>
          </a:p>
        </p:txBody>
      </p:sp>
      <p:sp>
        <p:nvSpPr>
          <p:cNvPr id="3" name="Content Placeholder 2">
            <a:extLst>
              <a:ext uri="{FF2B5EF4-FFF2-40B4-BE49-F238E27FC236}">
                <a16:creationId xmlns:a16="http://schemas.microsoft.com/office/drawing/2014/main" id="{F815E866-5A70-A644-5265-6F679CAF6951}"/>
              </a:ext>
            </a:extLst>
          </p:cNvPr>
          <p:cNvSpPr>
            <a:spLocks noGrp="1"/>
          </p:cNvSpPr>
          <p:nvPr>
            <p:ph idx="1"/>
          </p:nvPr>
        </p:nvSpPr>
        <p:spPr>
          <a:xfrm>
            <a:off x="636367" y="978619"/>
            <a:ext cx="9382275" cy="5616379"/>
          </a:xfrm>
        </p:spPr>
        <p:txBody>
          <a:bodyPr vert="horz" lIns="91440" tIns="45720" rIns="91440" bIns="45720" rtlCol="0" anchor="t">
            <a:normAutofit lnSpcReduction="10000"/>
          </a:bodyPr>
          <a:lstStyle/>
          <a:p>
            <a:pPr marL="0" indent="0">
              <a:lnSpc>
                <a:spcPct val="100000"/>
              </a:lnSpc>
              <a:buNone/>
            </a:pPr>
            <a:endParaRPr lang="en-GB" sz="1200" dirty="0"/>
          </a:p>
          <a:p>
            <a:pPr marL="0" indent="0">
              <a:lnSpc>
                <a:spcPct val="100000"/>
              </a:lnSpc>
              <a:buNone/>
            </a:pPr>
            <a:r>
              <a:rPr lang="en-GB" sz="1800" b="1" dirty="0">
                <a:ea typeface="+mn-lt"/>
                <a:cs typeface="+mn-lt"/>
              </a:rPr>
              <a:t>Task after Session 1- Review of course content</a:t>
            </a:r>
            <a:r>
              <a:rPr lang="en-GB" sz="1800" dirty="0">
                <a:ea typeface="+mn-lt"/>
                <a:cs typeface="+mn-lt"/>
              </a:rPr>
              <a:t> </a:t>
            </a:r>
            <a:br>
              <a:rPr lang="en-GB" sz="1800" dirty="0">
                <a:ea typeface="+mn-lt"/>
                <a:cs typeface="+mn-lt"/>
              </a:rPr>
            </a:br>
            <a:r>
              <a:rPr lang="en-GB" sz="1800" dirty="0">
                <a:ea typeface="+mn-lt"/>
                <a:cs typeface="+mn-lt"/>
              </a:rPr>
              <a:t>Reflect on how Sustainable Development (SD) concepts and topics are currently integrated into your teaching practices. Evaluate your existing course content and syllabi. Identify areas for strengthening the integration of SD into your teaching practices.</a:t>
            </a:r>
          </a:p>
          <a:p>
            <a:pPr marL="0" indent="0">
              <a:lnSpc>
                <a:spcPct val="100000"/>
              </a:lnSpc>
              <a:buNone/>
            </a:pPr>
            <a:r>
              <a:rPr lang="en-GB" sz="1800" b="1" dirty="0">
                <a:ea typeface="+mn-lt"/>
                <a:cs typeface="+mn-lt"/>
              </a:rPr>
              <a:t>Task after Session 2 – Identify opportunities to incorporate SD into your course</a:t>
            </a:r>
            <a:r>
              <a:rPr lang="en-GB" sz="1800" dirty="0">
                <a:ea typeface="+mn-lt"/>
                <a:cs typeface="+mn-lt"/>
              </a:rPr>
              <a:t> </a:t>
            </a:r>
            <a:br>
              <a:rPr lang="en-GB" sz="1800" dirty="0">
                <a:ea typeface="+mn-lt"/>
                <a:cs typeface="+mn-lt"/>
              </a:rPr>
            </a:br>
            <a:r>
              <a:rPr lang="en-GB" sz="1800" dirty="0">
                <a:ea typeface="+mn-lt"/>
                <a:cs typeface="+mn-lt"/>
              </a:rPr>
              <a:t>Identify opportunities to incorporate Sustainable Development concepts and topics. These could include the Sustainable Development Goals (</a:t>
            </a:r>
            <a:r>
              <a:rPr lang="en-CH" sz="1800" dirty="0">
                <a:ea typeface="+mn-lt"/>
                <a:cs typeface="+mn-lt"/>
              </a:rPr>
              <a:t>+</a:t>
            </a:r>
            <a:r>
              <a:rPr lang="en-GB" sz="1800" dirty="0">
                <a:ea typeface="+mn-lt"/>
                <a:cs typeface="+mn-lt"/>
              </a:rPr>
              <a:t>other relevant frameworks), global sustainability challenges, or different sustainability perspectives. </a:t>
            </a:r>
            <a:r>
              <a:rPr lang="en-GB" sz="1800" dirty="0"/>
              <a:t>What links does your discipline have with SD?</a:t>
            </a:r>
          </a:p>
          <a:p>
            <a:pPr marL="0" indent="0">
              <a:lnSpc>
                <a:spcPct val="100000"/>
              </a:lnSpc>
              <a:buNone/>
            </a:pPr>
            <a:r>
              <a:rPr lang="en-GB" sz="1800" b="1" dirty="0">
                <a:ea typeface="+mn-lt"/>
                <a:cs typeface="+mn-lt"/>
              </a:rPr>
              <a:t>Task after Session 3 – Session development</a:t>
            </a:r>
            <a:r>
              <a:rPr lang="en-GB" sz="1800" dirty="0">
                <a:ea typeface="+mn-lt"/>
                <a:cs typeface="+mn-lt"/>
              </a:rPr>
              <a:t> </a:t>
            </a:r>
            <a:br>
              <a:rPr lang="en-GB" sz="1800" dirty="0">
                <a:ea typeface="+mn-lt"/>
                <a:cs typeface="+mn-lt"/>
              </a:rPr>
            </a:br>
            <a:r>
              <a:rPr lang="en-GB" sz="1800" dirty="0">
                <a:ea typeface="+mn-lt"/>
                <a:cs typeface="+mn-lt"/>
              </a:rPr>
              <a:t>Find a topic related to SD in your discipline. Develop </a:t>
            </a:r>
            <a:r>
              <a:rPr lang="en-GB" sz="1800" b="1" dirty="0">
                <a:ea typeface="+mn-lt"/>
                <a:cs typeface="+mn-lt"/>
              </a:rPr>
              <a:t>a lesson/session </a:t>
            </a:r>
            <a:r>
              <a:rPr lang="en-GB" sz="1800" dirty="0">
                <a:ea typeface="+mn-lt"/>
                <a:cs typeface="+mn-lt"/>
              </a:rPr>
              <a:t>based on constructive alignment: Formulate at least three learning outcomes, think of suitable learning strategies (that actively engage students in understanding and applying SD and ESD principles) and design an assessment format. </a:t>
            </a:r>
          </a:p>
          <a:p>
            <a:pPr marL="0" indent="0">
              <a:lnSpc>
                <a:spcPct val="100000"/>
              </a:lnSpc>
              <a:buNone/>
            </a:pPr>
            <a:r>
              <a:rPr lang="en-GB" sz="1800" dirty="0">
                <a:ea typeface="+mn-lt"/>
                <a:cs typeface="+mn-lt"/>
              </a:rPr>
              <a:t>Reflect on how you could integrate SD and ESD principles throughout </a:t>
            </a:r>
            <a:r>
              <a:rPr lang="en-GB" sz="1800" b="1" dirty="0">
                <a:ea typeface="+mn-lt"/>
                <a:cs typeface="+mn-lt"/>
              </a:rPr>
              <a:t>a course or within a study programme.</a:t>
            </a:r>
            <a:r>
              <a:rPr lang="en-GB" sz="1800" dirty="0">
                <a:ea typeface="+mn-lt"/>
                <a:cs typeface="+mn-lt"/>
              </a:rPr>
              <a:t> What content/approaches would you choose? What existing content could you consider through a sustainability lens? </a:t>
            </a:r>
          </a:p>
        </p:txBody>
      </p:sp>
      <p:pic>
        <p:nvPicPr>
          <p:cNvPr id="8" name="Picture 7" descr="Drawings on colourful paper">
            <a:extLst>
              <a:ext uri="{FF2B5EF4-FFF2-40B4-BE49-F238E27FC236}">
                <a16:creationId xmlns:a16="http://schemas.microsoft.com/office/drawing/2014/main" id="{33E71B99-0A4F-803A-4EAE-B22F7CDD9F4F}"/>
              </a:ext>
            </a:extLst>
          </p:cNvPr>
          <p:cNvPicPr>
            <a:picLocks noChangeAspect="1"/>
          </p:cNvPicPr>
          <p:nvPr/>
        </p:nvPicPr>
        <p:blipFill rotWithShape="1">
          <a:blip r:embed="rId2"/>
          <a:srcRect l="15114" r="41099" b="-3"/>
          <a:stretch/>
        </p:blipFill>
        <p:spPr>
          <a:xfrm>
            <a:off x="9949069" y="1369426"/>
            <a:ext cx="1885627" cy="2874583"/>
          </a:xfrm>
          <a:prstGeom prst="rect">
            <a:avLst/>
          </a:prstGeom>
        </p:spPr>
      </p:pic>
      <p:sp>
        <p:nvSpPr>
          <p:cNvPr id="6" name="Slide Number Placeholder 5">
            <a:extLst>
              <a:ext uri="{FF2B5EF4-FFF2-40B4-BE49-F238E27FC236}">
                <a16:creationId xmlns:a16="http://schemas.microsoft.com/office/drawing/2014/main" id="{B125977C-660F-2396-66C6-E93CA9796873}"/>
              </a:ext>
            </a:extLst>
          </p:cNvPr>
          <p:cNvSpPr>
            <a:spLocks noGrp="1"/>
          </p:cNvSpPr>
          <p:nvPr>
            <p:ph type="sldNum" sz="quarter" idx="12"/>
          </p:nvPr>
        </p:nvSpPr>
        <p:spPr>
          <a:xfrm>
            <a:off x="8613648" y="6356350"/>
            <a:ext cx="2743200" cy="365125"/>
          </a:xfrm>
        </p:spPr>
        <p:txBody>
          <a:bodyPr>
            <a:normAutofit/>
          </a:bodyPr>
          <a:lstStyle/>
          <a:p>
            <a:pPr>
              <a:spcAft>
                <a:spcPts val="600"/>
              </a:spcAft>
            </a:pPr>
            <a:fld id="{A65A5C87-DF58-40C8-B092-1DE63DB4547E}" type="slidenum">
              <a:rPr lang="en-US">
                <a:solidFill>
                  <a:schemeClr val="tx2">
                    <a:lumMod val="50000"/>
                    <a:lumOff val="50000"/>
                  </a:schemeClr>
                </a:solidFill>
              </a:rPr>
              <a:pPr>
                <a:spcAft>
                  <a:spcPts val="600"/>
                </a:spcAft>
              </a:pPr>
              <a:t>7</a:t>
            </a:fld>
            <a:endParaRPr lang="en-US">
              <a:solidFill>
                <a:schemeClr val="tx2">
                  <a:lumMod val="50000"/>
                  <a:lumOff val="50000"/>
                </a:schemeClr>
              </a:solidFill>
            </a:endParaRPr>
          </a:p>
        </p:txBody>
      </p:sp>
    </p:spTree>
    <p:extLst>
      <p:ext uri="{BB962C8B-B14F-4D97-AF65-F5344CB8AC3E}">
        <p14:creationId xmlns:p14="http://schemas.microsoft.com/office/powerpoint/2010/main" val="14985021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2C9A9DA9-7DC8-488B-A882-123947B0F3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5" name="Rectangle 14">
            <a:extLst>
              <a:ext uri="{FF2B5EF4-FFF2-40B4-BE49-F238E27FC236}">
                <a16:creationId xmlns:a16="http://schemas.microsoft.com/office/drawing/2014/main" id="{57F6BDD4-E066-4008-8011-6CC31AEB45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43857" y="633619"/>
            <a:ext cx="6838569" cy="5495925"/>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37C2932-5448-BBD6-2A82-37FC24E5B05C}"/>
              </a:ext>
            </a:extLst>
          </p:cNvPr>
          <p:cNvSpPr>
            <a:spLocks noGrp="1"/>
          </p:cNvSpPr>
          <p:nvPr>
            <p:ph type="title"/>
          </p:nvPr>
        </p:nvSpPr>
        <p:spPr>
          <a:xfrm>
            <a:off x="5359510" y="978619"/>
            <a:ext cx="5991244" cy="1106424"/>
          </a:xfrm>
        </p:spPr>
        <p:txBody>
          <a:bodyPr>
            <a:normAutofit/>
          </a:bodyPr>
          <a:lstStyle/>
          <a:p>
            <a:r>
              <a:rPr lang="de-CH" sz="3200" dirty="0" err="1"/>
              <a:t>Presentations</a:t>
            </a:r>
            <a:r>
              <a:rPr lang="de-CH" sz="3200" dirty="0"/>
              <a:t> </a:t>
            </a:r>
            <a:endParaRPr lang="en-CH" sz="3200" dirty="0"/>
          </a:p>
        </p:txBody>
      </p:sp>
      <p:pic>
        <p:nvPicPr>
          <p:cNvPr id="8" name="Graphic 7" descr="Teacher outline">
            <a:extLst>
              <a:ext uri="{FF2B5EF4-FFF2-40B4-BE49-F238E27FC236}">
                <a16:creationId xmlns:a16="http://schemas.microsoft.com/office/drawing/2014/main" id="{B1DD30BC-AECF-7496-8048-DDA2EE0891B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14528" y="1361884"/>
            <a:ext cx="4033647" cy="4033647"/>
          </a:xfrm>
          <a:prstGeom prst="rect">
            <a:avLst/>
          </a:prstGeom>
        </p:spPr>
      </p:pic>
      <p:sp>
        <p:nvSpPr>
          <p:cNvPr id="17" name="Rectangle 16">
            <a:extLst>
              <a:ext uri="{FF2B5EF4-FFF2-40B4-BE49-F238E27FC236}">
                <a16:creationId xmlns:a16="http://schemas.microsoft.com/office/drawing/2014/main" id="{2711A8FB-68FC-45FC-B01E-38F809E2D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79848" y="1171300"/>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2A865FE3-5FC9-4049-87CF-30019C46C0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67859" y="2093976"/>
            <a:ext cx="5846683" cy="9144"/>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Slide Number Placeholder 5">
            <a:extLst>
              <a:ext uri="{FF2B5EF4-FFF2-40B4-BE49-F238E27FC236}">
                <a16:creationId xmlns:a16="http://schemas.microsoft.com/office/drawing/2014/main" id="{4D537227-8C5F-769D-C0A8-BDA5799A34D7}"/>
              </a:ext>
            </a:extLst>
          </p:cNvPr>
          <p:cNvSpPr>
            <a:spLocks noGrp="1"/>
          </p:cNvSpPr>
          <p:nvPr>
            <p:ph type="sldNum" sz="quarter" idx="12"/>
          </p:nvPr>
        </p:nvSpPr>
        <p:spPr>
          <a:xfrm>
            <a:off x="8613648" y="6356350"/>
            <a:ext cx="2743200" cy="365125"/>
          </a:xfrm>
        </p:spPr>
        <p:txBody>
          <a:bodyPr>
            <a:normAutofit/>
          </a:bodyPr>
          <a:lstStyle/>
          <a:p>
            <a:pPr>
              <a:spcAft>
                <a:spcPts val="600"/>
              </a:spcAft>
            </a:pPr>
            <a:fld id="{A65A5C87-DF58-40C8-B092-1DE63DB4547E}" type="slidenum">
              <a:rPr lang="en-US">
                <a:solidFill>
                  <a:schemeClr val="tx2">
                    <a:lumMod val="50000"/>
                    <a:lumOff val="50000"/>
                  </a:schemeClr>
                </a:solidFill>
              </a:rPr>
              <a:pPr>
                <a:spcAft>
                  <a:spcPts val="600"/>
                </a:spcAft>
              </a:pPr>
              <a:t>8</a:t>
            </a:fld>
            <a:endParaRPr lang="en-US">
              <a:solidFill>
                <a:schemeClr val="tx2">
                  <a:lumMod val="50000"/>
                  <a:lumOff val="50000"/>
                </a:schemeClr>
              </a:solidFill>
            </a:endParaRPr>
          </a:p>
        </p:txBody>
      </p:sp>
      <p:sp>
        <p:nvSpPr>
          <p:cNvPr id="4" name="Content Placeholder 2">
            <a:extLst>
              <a:ext uri="{FF2B5EF4-FFF2-40B4-BE49-F238E27FC236}">
                <a16:creationId xmlns:a16="http://schemas.microsoft.com/office/drawing/2014/main" id="{629E5D1E-4530-5E55-4441-E89C89BAA9AA}"/>
              </a:ext>
            </a:extLst>
          </p:cNvPr>
          <p:cNvSpPr txBox="1">
            <a:spLocks/>
          </p:cNvSpPr>
          <p:nvPr/>
        </p:nvSpPr>
        <p:spPr>
          <a:xfrm>
            <a:off x="5366194" y="2138500"/>
            <a:ext cx="6411277" cy="4336044"/>
          </a:xfrm>
          <a:prstGeom prst="rect">
            <a:avLst/>
          </a:prstGeom>
        </p:spPr>
        <p:txBody>
          <a:bodyPr vert="horz" lIns="91440" tIns="45720" rIns="91440" bIns="45720" rtlCol="0" anchor="t">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2000" dirty="0"/>
              <a:t>Each participant / group presents their action plan.</a:t>
            </a:r>
          </a:p>
          <a:p>
            <a:r>
              <a:rPr lang="en-GB" sz="2000" dirty="0"/>
              <a:t>Focus on key points: </a:t>
            </a:r>
          </a:p>
          <a:p>
            <a:pPr lvl="1"/>
            <a:r>
              <a:rPr lang="en-GB" sz="1600" dirty="0"/>
              <a:t>Current state (task after session 1), </a:t>
            </a:r>
          </a:p>
          <a:p>
            <a:pPr lvl="1"/>
            <a:r>
              <a:rPr lang="en-GB" sz="1600" dirty="0"/>
              <a:t>Areas for improvement, opportunities identified (task after session 2), </a:t>
            </a:r>
          </a:p>
          <a:p>
            <a:pPr lvl="1"/>
            <a:r>
              <a:rPr lang="en-GB" sz="1600" dirty="0"/>
              <a:t>Developed lesson/session (constructive alignment – task after session 3): three learning outcomes, corresponding learning activities, and </a:t>
            </a:r>
            <a:r>
              <a:rPr lang="de-CH" sz="1600" dirty="0" err="1"/>
              <a:t>assessment</a:t>
            </a:r>
            <a:r>
              <a:rPr lang="de-CH" sz="1600" dirty="0"/>
              <a:t> </a:t>
            </a:r>
            <a:r>
              <a:rPr lang="de-CH" sz="1600" dirty="0" err="1"/>
              <a:t>format</a:t>
            </a:r>
            <a:r>
              <a:rPr lang="de-CH" sz="1600" dirty="0"/>
              <a:t> </a:t>
            </a:r>
            <a:r>
              <a:rPr lang="en-GB" sz="1600" dirty="0">
                <a:ea typeface="+mn-lt"/>
                <a:cs typeface="+mn-lt"/>
              </a:rPr>
              <a:t>(</a:t>
            </a:r>
            <a:r>
              <a:rPr lang="en-GB" sz="1600" dirty="0"/>
              <a:t>task after session 3)</a:t>
            </a:r>
            <a:r>
              <a:rPr lang="en-GB" sz="1600" dirty="0">
                <a:ea typeface="+mn-lt"/>
                <a:cs typeface="+mn-lt"/>
              </a:rPr>
              <a:t>. </a:t>
            </a:r>
            <a:endParaRPr lang="en-CH" sz="1600" dirty="0">
              <a:ea typeface="+mn-lt"/>
              <a:cs typeface="+mn-lt"/>
            </a:endParaRPr>
          </a:p>
          <a:p>
            <a:r>
              <a:rPr lang="en-GB" sz="2000" dirty="0"/>
              <a:t>Listeners take notes and prepare constructive feedback for the presenter.</a:t>
            </a:r>
            <a:endParaRPr lang="en-CH" sz="2000" dirty="0"/>
          </a:p>
        </p:txBody>
      </p:sp>
    </p:spTree>
    <p:extLst>
      <p:ext uri="{BB962C8B-B14F-4D97-AF65-F5344CB8AC3E}">
        <p14:creationId xmlns:p14="http://schemas.microsoft.com/office/powerpoint/2010/main" val="16330200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8D06CE56-3881-4ADA-8CEF-D18B02C24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79F3C543-62EC-4433-9C93-A2CD8764E9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9" name="Rectangle 18">
            <a:extLst>
              <a:ext uri="{FF2B5EF4-FFF2-40B4-BE49-F238E27FC236}">
                <a16:creationId xmlns:a16="http://schemas.microsoft.com/office/drawing/2014/main" id="{68AF5748-FED8-45BA-8631-26D1D10F32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F00098A-C234-2FD3-23BD-52DB1997853F}"/>
              </a:ext>
            </a:extLst>
          </p:cNvPr>
          <p:cNvSpPr>
            <a:spLocks noGrp="1"/>
          </p:cNvSpPr>
          <p:nvPr>
            <p:ph type="title"/>
          </p:nvPr>
        </p:nvSpPr>
        <p:spPr>
          <a:xfrm>
            <a:off x="477981" y="1122363"/>
            <a:ext cx="4023360" cy="3204134"/>
          </a:xfrm>
        </p:spPr>
        <p:txBody>
          <a:bodyPr vert="horz" lIns="91440" tIns="45720" rIns="91440" bIns="45720" rtlCol="0" anchor="b">
            <a:normAutofit/>
          </a:bodyPr>
          <a:lstStyle/>
          <a:p>
            <a:r>
              <a:rPr lang="en-US" sz="4800"/>
              <a:t>Presentation of action plans</a:t>
            </a:r>
          </a:p>
        </p:txBody>
      </p:sp>
      <p:sp>
        <p:nvSpPr>
          <p:cNvPr id="21" name="Rectangle 20">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Rectangle 22">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0" name="Picture 9" descr="A person standing next to a person sitting in front of a whiteboard&#10;&#10;AI-generated content may be incorrect.">
            <a:extLst>
              <a:ext uri="{FF2B5EF4-FFF2-40B4-BE49-F238E27FC236}">
                <a16:creationId xmlns:a16="http://schemas.microsoft.com/office/drawing/2014/main" id="{3CF56516-73C7-1298-8A80-685E51BE9377}"/>
              </a:ext>
            </a:extLst>
          </p:cNvPr>
          <p:cNvPicPr>
            <a:picLocks noChangeAspect="1"/>
          </p:cNvPicPr>
          <p:nvPr/>
        </p:nvPicPr>
        <p:blipFill>
          <a:blip r:embed="rId2"/>
          <a:stretch>
            <a:fillRect/>
          </a:stretch>
        </p:blipFill>
        <p:spPr>
          <a:xfrm>
            <a:off x="4598964" y="177015"/>
            <a:ext cx="6680985" cy="6680985"/>
          </a:xfrm>
          <a:prstGeom prst="rect">
            <a:avLst/>
          </a:prstGeom>
        </p:spPr>
      </p:pic>
      <p:sp>
        <p:nvSpPr>
          <p:cNvPr id="6" name="Slide Number Placeholder 5">
            <a:extLst>
              <a:ext uri="{FF2B5EF4-FFF2-40B4-BE49-F238E27FC236}">
                <a16:creationId xmlns:a16="http://schemas.microsoft.com/office/drawing/2014/main" id="{11EF947E-16DA-E0BE-13C6-74D46EE668EC}"/>
              </a:ext>
            </a:extLst>
          </p:cNvPr>
          <p:cNvSpPr>
            <a:spLocks noGrp="1"/>
          </p:cNvSpPr>
          <p:nvPr>
            <p:ph type="sldNum" sz="quarter" idx="12"/>
          </p:nvPr>
        </p:nvSpPr>
        <p:spPr>
          <a:xfrm>
            <a:off x="9926319" y="6356350"/>
            <a:ext cx="1787699" cy="365125"/>
          </a:xfrm>
        </p:spPr>
        <p:txBody>
          <a:bodyPr vert="horz" lIns="91440" tIns="45720" rIns="91440" bIns="45720" rtlCol="0" anchor="ctr">
            <a:normAutofit/>
          </a:bodyPr>
          <a:lstStyle/>
          <a:p>
            <a:pPr>
              <a:spcAft>
                <a:spcPts val="600"/>
              </a:spcAft>
            </a:pPr>
            <a:fld id="{A65A5C87-DF58-40C8-B092-1DE63DB4547E}" type="slidenum">
              <a:rPr lang="en-US">
                <a:solidFill>
                  <a:schemeClr val="tx2">
                    <a:lumMod val="50000"/>
                    <a:lumOff val="50000"/>
                  </a:schemeClr>
                </a:solidFill>
              </a:rPr>
              <a:pPr>
                <a:spcAft>
                  <a:spcPts val="600"/>
                </a:spcAft>
              </a:pPr>
              <a:t>9</a:t>
            </a:fld>
            <a:endParaRPr lang="en-US">
              <a:solidFill>
                <a:schemeClr val="tx2">
                  <a:lumMod val="50000"/>
                  <a:lumOff val="50000"/>
                </a:schemeClr>
              </a:solidFill>
            </a:endParaRPr>
          </a:p>
        </p:txBody>
      </p:sp>
    </p:spTree>
    <p:extLst>
      <p:ext uri="{BB962C8B-B14F-4D97-AF65-F5344CB8AC3E}">
        <p14:creationId xmlns:p14="http://schemas.microsoft.com/office/powerpoint/2010/main" val="42593522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3" name="Rectangle 42">
            <a:extLst>
              <a:ext uri="{FF2B5EF4-FFF2-40B4-BE49-F238E27FC236}">
                <a16:creationId xmlns:a16="http://schemas.microsoft.com/office/drawing/2014/main" id="{8D06CE56-3881-4ADA-8CEF-D18B02C24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5" name="Rectangle 44">
            <a:extLst>
              <a:ext uri="{FF2B5EF4-FFF2-40B4-BE49-F238E27FC236}">
                <a16:creationId xmlns:a16="http://schemas.microsoft.com/office/drawing/2014/main" id="{79F3C543-62EC-4433-9C93-A2CD8764E9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47" name="Rectangle 46">
            <a:extLst>
              <a:ext uri="{FF2B5EF4-FFF2-40B4-BE49-F238E27FC236}">
                <a16:creationId xmlns:a16="http://schemas.microsoft.com/office/drawing/2014/main" id="{D4651FF8-1F10-0AB7-49F0-9787019728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9" name="Rectangle 48">
            <a:extLst>
              <a:ext uri="{FF2B5EF4-FFF2-40B4-BE49-F238E27FC236}">
                <a16:creationId xmlns:a16="http://schemas.microsoft.com/office/drawing/2014/main" id="{2687644F-3E4E-9C97-DFDC-D3F7A2B6AE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9801" y="638176"/>
            <a:ext cx="9172398" cy="5581648"/>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5F2AF65-2BDE-FAD1-8745-AC57E81D5D3E}"/>
              </a:ext>
            </a:extLst>
          </p:cNvPr>
          <p:cNvSpPr>
            <a:spLocks noGrp="1"/>
          </p:cNvSpPr>
          <p:nvPr>
            <p:ph type="title"/>
          </p:nvPr>
        </p:nvSpPr>
        <p:spPr>
          <a:xfrm>
            <a:off x="2006758" y="1269995"/>
            <a:ext cx="8178484" cy="2570656"/>
          </a:xfrm>
        </p:spPr>
        <p:txBody>
          <a:bodyPr vert="horz" lIns="91440" tIns="45720" rIns="91440" bIns="45720" rtlCol="0" anchor="ctr">
            <a:normAutofit/>
          </a:bodyPr>
          <a:lstStyle/>
          <a:p>
            <a:pPr algn="ctr"/>
            <a:r>
              <a:rPr lang="en-US" sz="6600"/>
              <a:t>Synthesis</a:t>
            </a:r>
          </a:p>
        </p:txBody>
      </p:sp>
      <p:sp>
        <p:nvSpPr>
          <p:cNvPr id="3" name="Content Placeholder 2">
            <a:extLst>
              <a:ext uri="{FF2B5EF4-FFF2-40B4-BE49-F238E27FC236}">
                <a16:creationId xmlns:a16="http://schemas.microsoft.com/office/drawing/2014/main" id="{156144AE-E1BC-DD5C-39B9-C0DB74B1B00E}"/>
              </a:ext>
            </a:extLst>
          </p:cNvPr>
          <p:cNvSpPr>
            <a:spLocks noGrp="1"/>
          </p:cNvSpPr>
          <p:nvPr>
            <p:ph idx="1"/>
          </p:nvPr>
        </p:nvSpPr>
        <p:spPr>
          <a:xfrm>
            <a:off x="2432720" y="4613283"/>
            <a:ext cx="7326560" cy="1157766"/>
          </a:xfrm>
        </p:spPr>
        <p:txBody>
          <a:bodyPr vert="horz" lIns="91440" tIns="45720" rIns="91440" bIns="45720" rtlCol="0" anchor="ctr">
            <a:normAutofit/>
          </a:bodyPr>
          <a:lstStyle/>
          <a:p>
            <a:pPr marL="0" indent="0" algn="ctr">
              <a:buNone/>
            </a:pPr>
            <a:r>
              <a:rPr lang="en-US" sz="2200"/>
              <a:t>Key insights from presented action plans (challenges, need for further support identified, etc.)</a:t>
            </a:r>
          </a:p>
        </p:txBody>
      </p:sp>
      <p:sp>
        <p:nvSpPr>
          <p:cNvPr id="51" name="Rectangle 50">
            <a:extLst>
              <a:ext uri="{FF2B5EF4-FFF2-40B4-BE49-F238E27FC236}">
                <a16:creationId xmlns:a16="http://schemas.microsoft.com/office/drawing/2014/main" id="{38058123-00F3-558B-D353-674B7B9B1B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44440" y="4259315"/>
            <a:ext cx="2103120" cy="9144"/>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Slide Number Placeholder 5">
            <a:extLst>
              <a:ext uri="{FF2B5EF4-FFF2-40B4-BE49-F238E27FC236}">
                <a16:creationId xmlns:a16="http://schemas.microsoft.com/office/drawing/2014/main" id="{AAA68A63-0091-08D4-3609-403EE881D06B}"/>
              </a:ext>
            </a:extLst>
          </p:cNvPr>
          <p:cNvSpPr>
            <a:spLocks noGrp="1"/>
          </p:cNvSpPr>
          <p:nvPr>
            <p:ph type="sldNum" sz="quarter" idx="12"/>
          </p:nvPr>
        </p:nvSpPr>
        <p:spPr>
          <a:xfrm>
            <a:off x="8869680" y="6356350"/>
            <a:ext cx="2743200" cy="365125"/>
          </a:xfrm>
        </p:spPr>
        <p:txBody>
          <a:bodyPr vert="horz" lIns="91440" tIns="45720" rIns="91440" bIns="45720" rtlCol="0" anchor="ctr">
            <a:normAutofit/>
          </a:bodyPr>
          <a:lstStyle/>
          <a:p>
            <a:pPr marR="0" lvl="0" indent="0" fontAlgn="auto">
              <a:spcBef>
                <a:spcPts val="0"/>
              </a:spcBef>
              <a:spcAft>
                <a:spcPts val="600"/>
              </a:spcAft>
              <a:buClrTx/>
              <a:buSzTx/>
              <a:buFontTx/>
              <a:buNone/>
              <a:tabLst/>
              <a:defRPr/>
            </a:pPr>
            <a:fld id="{A65A5C87-DF58-40C8-B092-1DE63DB4547E}" type="slidenum">
              <a:rPr kumimoji="0" lang="en-US" b="0" i="0" u="none" strike="noStrike" cap="none" spc="0" normalizeH="0" baseline="0" noProof="0">
                <a:ln>
                  <a:noFill/>
                </a:ln>
                <a:effectLst/>
                <a:uLnTx/>
                <a:uFillTx/>
              </a:rPr>
              <a:pPr marR="0" lvl="0" indent="0" fontAlgn="auto">
                <a:spcBef>
                  <a:spcPts val="0"/>
                </a:spcBef>
                <a:spcAft>
                  <a:spcPts val="600"/>
                </a:spcAft>
                <a:buClrTx/>
                <a:buSzTx/>
                <a:buFontTx/>
                <a:buNone/>
                <a:tabLst/>
                <a:defRPr/>
              </a:pPr>
              <a:t>10</a:t>
            </a:fld>
            <a:endParaRPr kumimoji="0" lang="en-US" b="0" i="0" u="none" strike="noStrike" cap="none" spc="0" normalizeH="0" baseline="0" noProof="0">
              <a:ln>
                <a:noFill/>
              </a:ln>
              <a:effectLst/>
              <a:uLnTx/>
              <a:uFillTx/>
            </a:endParaRPr>
          </a:p>
        </p:txBody>
      </p:sp>
      <p:sp>
        <p:nvSpPr>
          <p:cNvPr id="53" name="Rectangle 52">
            <a:extLst>
              <a:ext uri="{FF2B5EF4-FFF2-40B4-BE49-F238E27FC236}">
                <a16:creationId xmlns:a16="http://schemas.microsoft.com/office/drawing/2014/main" id="{09211104-5508-9F53-82C5-732E80D73C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031992" y="5854064"/>
            <a:ext cx="128016"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303463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D3A99-BC9D-4DC2-BE1B-9E2C93EDD294}"/>
              </a:ext>
            </a:extLst>
          </p:cNvPr>
          <p:cNvSpPr>
            <a:spLocks noGrp="1"/>
          </p:cNvSpPr>
          <p:nvPr>
            <p:ph type="title"/>
          </p:nvPr>
        </p:nvSpPr>
        <p:spPr/>
        <p:txBody>
          <a:bodyPr/>
          <a:lstStyle/>
          <a:p>
            <a:r>
              <a:rPr lang="en-US" dirty="0"/>
              <a:t>Collaboration opportunities</a:t>
            </a:r>
          </a:p>
        </p:txBody>
      </p:sp>
      <p:sp>
        <p:nvSpPr>
          <p:cNvPr id="3" name="Text Placeholder 2">
            <a:extLst>
              <a:ext uri="{FF2B5EF4-FFF2-40B4-BE49-F238E27FC236}">
                <a16:creationId xmlns:a16="http://schemas.microsoft.com/office/drawing/2014/main" id="{817D061C-023A-4DD9-8847-DD7718553EA4}"/>
              </a:ext>
            </a:extLst>
          </p:cNvPr>
          <p:cNvSpPr>
            <a:spLocks noGrp="1"/>
          </p:cNvSpPr>
          <p:nvPr>
            <p:ph type="body" idx="1"/>
          </p:nvPr>
        </p:nvSpPr>
        <p:spPr/>
        <p:txBody>
          <a:bodyPr/>
          <a:lstStyle/>
          <a:p>
            <a:pPr marL="0" marR="0" lvl="0" indent="0" algn="ctr" defTabSz="914400" rtl="0" eaLnBrk="1" fontAlgn="auto" latinLnBrk="0" hangingPunct="1">
              <a:lnSpc>
                <a:spcPct val="110000"/>
              </a:lnSpc>
              <a:spcBef>
                <a:spcPts val="1000"/>
              </a:spcBef>
              <a:spcAft>
                <a:spcPts val="0"/>
              </a:spcAft>
              <a:buClrTx/>
              <a:buSzTx/>
              <a:buFont typeface="Arial" panose="020B0604020202020204" pitchFamily="34" charset="0"/>
              <a:buNone/>
              <a:tabLst/>
              <a:defRPr/>
            </a:pPr>
            <a:r>
              <a:rPr kumimoji="0" lang="en-US" sz="9600" b="0" i="0" u="none" strike="noStrike" kern="1200" cap="none" spc="0" normalizeH="0" baseline="0" noProof="0" dirty="0">
                <a:ln>
                  <a:noFill/>
                </a:ln>
                <a:solidFill>
                  <a:prstClr val="white"/>
                </a:solidFill>
                <a:effectLst/>
                <a:uLnTx/>
                <a:uFillTx/>
                <a:latin typeface="Avenir Next LT Pro"/>
                <a:ea typeface="+mn-ea"/>
                <a:cs typeface="+mn-cs"/>
              </a:rPr>
              <a:t>2</a:t>
            </a:r>
          </a:p>
          <a:p>
            <a:endParaRPr lang="en-US" dirty="0"/>
          </a:p>
        </p:txBody>
      </p:sp>
    </p:spTree>
    <p:extLst>
      <p:ext uri="{BB962C8B-B14F-4D97-AF65-F5344CB8AC3E}">
        <p14:creationId xmlns:p14="http://schemas.microsoft.com/office/powerpoint/2010/main" val="17060287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5954F66B-3BF3-4495-BAEE-BEB2B01888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D5F2AF65-2BDE-FAD1-8745-AC57E81D5D3E}"/>
              </a:ext>
            </a:extLst>
          </p:cNvPr>
          <p:cNvSpPr>
            <a:spLocks noGrp="1"/>
          </p:cNvSpPr>
          <p:nvPr>
            <p:ph type="title"/>
          </p:nvPr>
        </p:nvSpPr>
        <p:spPr>
          <a:xfrm>
            <a:off x="5296874" y="1076324"/>
            <a:ext cx="6272784" cy="1535051"/>
          </a:xfrm>
        </p:spPr>
        <p:txBody>
          <a:bodyPr anchor="b">
            <a:normAutofit/>
          </a:bodyPr>
          <a:lstStyle/>
          <a:p>
            <a:r>
              <a:rPr lang="de-CH" sz="5200" dirty="0"/>
              <a:t>Group </a:t>
            </a:r>
            <a:r>
              <a:rPr lang="de-CH" sz="5200" dirty="0" err="1"/>
              <a:t>discussion</a:t>
            </a:r>
            <a:r>
              <a:rPr lang="de-CH" sz="5200" dirty="0"/>
              <a:t> </a:t>
            </a:r>
            <a:endParaRPr lang="en-CH" sz="5200" dirty="0"/>
          </a:p>
        </p:txBody>
      </p:sp>
      <p:pic>
        <p:nvPicPr>
          <p:cNvPr id="8" name="Graphic 7" descr="Chat outline">
            <a:extLst>
              <a:ext uri="{FF2B5EF4-FFF2-40B4-BE49-F238E27FC236}">
                <a16:creationId xmlns:a16="http://schemas.microsoft.com/office/drawing/2014/main" id="{4C7D6A51-BE6A-987D-08DE-58E81B31E62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49296" y="180400"/>
            <a:ext cx="4217332" cy="4217332"/>
          </a:xfrm>
          <a:prstGeom prst="rect">
            <a:avLst/>
          </a:prstGeom>
        </p:spPr>
      </p:pic>
      <p:sp>
        <p:nvSpPr>
          <p:cNvPr id="22" name="Rectangle 21">
            <a:extLst>
              <a:ext uri="{FF2B5EF4-FFF2-40B4-BE49-F238E27FC236}">
                <a16:creationId xmlns:a16="http://schemas.microsoft.com/office/drawing/2014/main" id="{EABAD4DA-87BA-4F70-9EF0-45C6BCF17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534618" y="363389"/>
            <a:ext cx="73152"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Rectangle 22">
            <a:extLst>
              <a:ext uri="{FF2B5EF4-FFF2-40B4-BE49-F238E27FC236}">
                <a16:creationId xmlns:a16="http://schemas.microsoft.com/office/drawing/2014/main" id="{915128D9-2797-47FA-B6FE-EC24E6B843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15924" y="2935541"/>
            <a:ext cx="621792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156144AE-E1BC-DD5C-39B9-C0DB74B1B00E}"/>
              </a:ext>
            </a:extLst>
          </p:cNvPr>
          <p:cNvSpPr>
            <a:spLocks noGrp="1"/>
          </p:cNvSpPr>
          <p:nvPr>
            <p:ph idx="1"/>
          </p:nvPr>
        </p:nvSpPr>
        <p:spPr>
          <a:xfrm>
            <a:off x="5296874" y="3351276"/>
            <a:ext cx="6272784" cy="2825686"/>
          </a:xfrm>
        </p:spPr>
        <p:txBody>
          <a:bodyPr>
            <a:normAutofit lnSpcReduction="10000"/>
          </a:bodyPr>
          <a:lstStyle/>
          <a:p>
            <a:r>
              <a:rPr lang="en-GB" dirty="0"/>
              <a:t>Discuss </a:t>
            </a:r>
            <a:r>
              <a:rPr lang="en-GB" b="1" dirty="0"/>
              <a:t>collaboration opportunities </a:t>
            </a:r>
            <a:r>
              <a:rPr lang="en-GB" dirty="0"/>
              <a:t>(with other lecturers, departments, or non-academic stakeholders) based on the presented action plans.</a:t>
            </a:r>
          </a:p>
          <a:p>
            <a:r>
              <a:rPr lang="en-GB" dirty="0"/>
              <a:t>Note down main discussion points.</a:t>
            </a:r>
            <a:endParaRPr lang="en-CH" dirty="0"/>
          </a:p>
        </p:txBody>
      </p:sp>
      <p:sp>
        <p:nvSpPr>
          <p:cNvPr id="6" name="Slide Number Placeholder 5">
            <a:extLst>
              <a:ext uri="{FF2B5EF4-FFF2-40B4-BE49-F238E27FC236}">
                <a16:creationId xmlns:a16="http://schemas.microsoft.com/office/drawing/2014/main" id="{AAA68A63-0091-08D4-3609-403EE881D06B}"/>
              </a:ext>
            </a:extLst>
          </p:cNvPr>
          <p:cNvSpPr>
            <a:spLocks noGrp="1"/>
          </p:cNvSpPr>
          <p:nvPr>
            <p:ph type="sldNum" sz="quarter" idx="12"/>
          </p:nvPr>
        </p:nvSpPr>
        <p:spPr>
          <a:xfrm>
            <a:off x="9970258" y="6356350"/>
            <a:ext cx="1600200"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A65A5C87-DF58-40C8-B092-1DE63DB4547E}" type="slidenum">
              <a:rPr kumimoji="0" lang="en-US" sz="1200" b="0" i="0" u="none" strike="noStrike" kern="1200" cap="none" spc="0" normalizeH="0" baseline="0" noProof="0">
                <a:ln>
                  <a:noFill/>
                </a:ln>
                <a:solidFill>
                  <a:srgbClr val="262626">
                    <a:lumMod val="50000"/>
                    <a:lumOff val="50000"/>
                  </a:srgbClr>
                </a:solidFill>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12</a:t>
            </a:fld>
            <a:endParaRPr kumimoji="0" lang="en-US" sz="1200" b="0" i="0" u="none" strike="noStrike" kern="1200" cap="none" spc="0" normalizeH="0" baseline="0" noProof="0">
              <a:ln>
                <a:noFill/>
              </a:ln>
              <a:solidFill>
                <a:srgbClr val="262626">
                  <a:lumMod val="50000"/>
                  <a:lumOff val="50000"/>
                </a:srgbClr>
              </a:solidFill>
              <a:effectLst/>
              <a:uLnTx/>
              <a:uFillTx/>
              <a:latin typeface="Avenir Next LT Pro"/>
              <a:ea typeface="+mn-ea"/>
              <a:cs typeface="+mn-cs"/>
            </a:endParaRPr>
          </a:p>
        </p:txBody>
      </p:sp>
    </p:spTree>
    <p:extLst>
      <p:ext uri="{BB962C8B-B14F-4D97-AF65-F5344CB8AC3E}">
        <p14:creationId xmlns:p14="http://schemas.microsoft.com/office/powerpoint/2010/main" val="10764582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8D06CE56-3881-4ADA-8CEF-D18B02C24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 name="Rectangle 29">
            <a:extLst>
              <a:ext uri="{FF2B5EF4-FFF2-40B4-BE49-F238E27FC236}">
                <a16:creationId xmlns:a16="http://schemas.microsoft.com/office/drawing/2014/main" id="{79F3C543-62EC-4433-9C93-A2CD8764E9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2" name="Rectangle 31">
            <a:extLst>
              <a:ext uri="{FF2B5EF4-FFF2-40B4-BE49-F238E27FC236}">
                <a16:creationId xmlns:a16="http://schemas.microsoft.com/office/drawing/2014/main" id="{0EECA69B-4C2A-7F31-8019-E90DB3BD49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a:ea typeface="+mn-ea"/>
              <a:cs typeface="+mn-cs"/>
            </a:endParaRPr>
          </a:p>
        </p:txBody>
      </p:sp>
      <p:pic>
        <p:nvPicPr>
          <p:cNvPr id="5" name="Picture 4" descr="A person picking coffee beans from a tree&#10;&#10;AI-generated content may be incorrect.">
            <a:extLst>
              <a:ext uri="{FF2B5EF4-FFF2-40B4-BE49-F238E27FC236}">
                <a16:creationId xmlns:a16="http://schemas.microsoft.com/office/drawing/2014/main" id="{96D6C27B-052B-3596-4C07-DB114F485959}"/>
              </a:ext>
            </a:extLst>
          </p:cNvPr>
          <p:cNvPicPr>
            <a:picLocks noChangeAspect="1"/>
          </p:cNvPicPr>
          <p:nvPr/>
        </p:nvPicPr>
        <p:blipFill>
          <a:blip r:embed="rId2"/>
          <a:srcRect b="15730"/>
          <a:stretch/>
        </p:blipFill>
        <p:spPr>
          <a:xfrm>
            <a:off x="20" y="10"/>
            <a:ext cx="12191980" cy="6857990"/>
          </a:xfrm>
          <a:prstGeom prst="rect">
            <a:avLst/>
          </a:prstGeom>
        </p:spPr>
      </p:pic>
      <p:sp>
        <p:nvSpPr>
          <p:cNvPr id="34" name="Rectangle 33">
            <a:extLst>
              <a:ext uri="{FF2B5EF4-FFF2-40B4-BE49-F238E27FC236}">
                <a16:creationId xmlns:a16="http://schemas.microsoft.com/office/drawing/2014/main" id="{857DEAC1-B3AA-6569-0A44-A191DF2F3C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702155"/>
            <a:ext cx="12191999" cy="1155845"/>
          </a:xfrm>
          <a:prstGeom prst="rect">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D5F2AF65-2BDE-FAD1-8745-AC57E81D5D3E}"/>
              </a:ext>
            </a:extLst>
          </p:cNvPr>
          <p:cNvSpPr>
            <a:spLocks noGrp="1"/>
          </p:cNvSpPr>
          <p:nvPr>
            <p:ph type="title"/>
          </p:nvPr>
        </p:nvSpPr>
        <p:spPr>
          <a:xfrm>
            <a:off x="439271" y="5865805"/>
            <a:ext cx="7534656" cy="807857"/>
          </a:xfrm>
          <a:ln>
            <a:noFill/>
          </a:ln>
        </p:spPr>
        <p:txBody>
          <a:bodyPr vert="horz" lIns="91440" tIns="45720" rIns="91440" bIns="45720" rtlCol="0" anchor="ctr">
            <a:normAutofit/>
          </a:bodyPr>
          <a:lstStyle/>
          <a:p>
            <a:r>
              <a:rPr lang="en-US" sz="3200" dirty="0"/>
              <a:t>Harvesting of group discussion</a:t>
            </a:r>
          </a:p>
        </p:txBody>
      </p:sp>
      <p:sp>
        <p:nvSpPr>
          <p:cNvPr id="3" name="Content Placeholder 2">
            <a:extLst>
              <a:ext uri="{FF2B5EF4-FFF2-40B4-BE49-F238E27FC236}">
                <a16:creationId xmlns:a16="http://schemas.microsoft.com/office/drawing/2014/main" id="{156144AE-E1BC-DD5C-39B9-C0DB74B1B00E}"/>
              </a:ext>
            </a:extLst>
          </p:cNvPr>
          <p:cNvSpPr>
            <a:spLocks noGrp="1"/>
          </p:cNvSpPr>
          <p:nvPr>
            <p:ph idx="1"/>
          </p:nvPr>
        </p:nvSpPr>
        <p:spPr>
          <a:xfrm>
            <a:off x="8094922" y="5865805"/>
            <a:ext cx="3841722" cy="807857"/>
          </a:xfrm>
        </p:spPr>
        <p:txBody>
          <a:bodyPr vert="horz" lIns="91440" tIns="45720" rIns="91440" bIns="45720" rtlCol="0" anchor="ctr">
            <a:normAutofit/>
          </a:bodyPr>
          <a:lstStyle/>
          <a:p>
            <a:pPr marL="0" indent="0" algn="r">
              <a:buNone/>
            </a:pPr>
            <a:r>
              <a:rPr lang="en-US" sz="1800"/>
              <a:t>Highlights, synergies, commonalities, … of group work</a:t>
            </a:r>
          </a:p>
        </p:txBody>
      </p:sp>
      <p:sp>
        <p:nvSpPr>
          <p:cNvPr id="6" name="Slide Number Placeholder 5">
            <a:extLst>
              <a:ext uri="{FF2B5EF4-FFF2-40B4-BE49-F238E27FC236}">
                <a16:creationId xmlns:a16="http://schemas.microsoft.com/office/drawing/2014/main" id="{AAA68A63-0091-08D4-3609-403EE881D06B}"/>
              </a:ext>
            </a:extLst>
          </p:cNvPr>
          <p:cNvSpPr>
            <a:spLocks noGrp="1"/>
          </p:cNvSpPr>
          <p:nvPr>
            <p:ph type="sldNum" sz="quarter" idx="12"/>
          </p:nvPr>
        </p:nvSpPr>
        <p:spPr>
          <a:xfrm>
            <a:off x="11076073" y="182880"/>
            <a:ext cx="676656" cy="365125"/>
          </a:xfrm>
        </p:spPr>
        <p:txBody>
          <a:bodyPr vert="horz" lIns="91440" tIns="45720" rIns="91440" bIns="45720" rtlCol="0" anchor="ctr">
            <a:normAutofit/>
          </a:bodyPr>
          <a:lstStyle/>
          <a:p>
            <a:pPr marR="0" lvl="0" indent="0" fontAlgn="auto">
              <a:spcBef>
                <a:spcPts val="0"/>
              </a:spcBef>
              <a:spcAft>
                <a:spcPts val="600"/>
              </a:spcAft>
              <a:buClrTx/>
              <a:buSzTx/>
              <a:buFontTx/>
              <a:buNone/>
              <a:tabLst/>
              <a:defRPr/>
            </a:pPr>
            <a:fld id="{A65A5C87-DF58-40C8-B092-1DE63DB4547E}" type="slidenum">
              <a:rPr kumimoji="0" lang="en-US" b="0" i="0" u="none" strike="noStrike" cap="none" spc="0" normalizeH="0" baseline="0" noProof="0">
                <a:ln>
                  <a:noFill/>
                </a:ln>
                <a:solidFill>
                  <a:srgbClr val="FFFFFF"/>
                </a:solidFill>
                <a:effectLst/>
                <a:uLnTx/>
                <a:uFillTx/>
              </a:rPr>
              <a:pPr marR="0" lvl="0" indent="0" fontAlgn="auto">
                <a:spcBef>
                  <a:spcPts val="0"/>
                </a:spcBef>
                <a:spcAft>
                  <a:spcPts val="600"/>
                </a:spcAft>
                <a:buClrTx/>
                <a:buSzTx/>
                <a:buFontTx/>
                <a:buNone/>
                <a:tabLst/>
                <a:defRPr/>
              </a:pPr>
              <a:t>13</a:t>
            </a:fld>
            <a:endParaRPr kumimoji="0" lang="en-US" b="0" i="0" u="none" strike="noStrike" cap="none" spc="0" normalizeH="0" baseline="0" noProof="0">
              <a:ln>
                <a:noFill/>
              </a:ln>
              <a:solidFill>
                <a:srgbClr val="FFFFFF"/>
              </a:solidFill>
              <a:effectLst/>
              <a:uLnTx/>
              <a:uFillTx/>
            </a:endParaRPr>
          </a:p>
        </p:txBody>
      </p:sp>
      <p:sp>
        <p:nvSpPr>
          <p:cNvPr id="36" name="Rectangle 35">
            <a:extLst>
              <a:ext uri="{FF2B5EF4-FFF2-40B4-BE49-F238E27FC236}">
                <a16:creationId xmlns:a16="http://schemas.microsoft.com/office/drawing/2014/main" id="{47F32F7B-3250-A16C-13CF-57F728E049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924386"/>
            <a:ext cx="128016" cy="6539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8" name="Rectangle 37">
            <a:extLst>
              <a:ext uri="{FF2B5EF4-FFF2-40B4-BE49-F238E27FC236}">
                <a16:creationId xmlns:a16="http://schemas.microsoft.com/office/drawing/2014/main" id="{98DE8DCB-6F40-A3E0-5DE3-7510A3C2A3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662672" y="6276696"/>
            <a:ext cx="731520" cy="9144"/>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195111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D3A99-BC9D-4DC2-BE1B-9E2C93EDD294}"/>
              </a:ext>
            </a:extLst>
          </p:cNvPr>
          <p:cNvSpPr>
            <a:spLocks noGrp="1"/>
          </p:cNvSpPr>
          <p:nvPr>
            <p:ph type="title"/>
          </p:nvPr>
        </p:nvSpPr>
        <p:spPr/>
        <p:txBody>
          <a:bodyPr/>
          <a:lstStyle/>
          <a:p>
            <a:r>
              <a:rPr lang="en-US" dirty="0"/>
              <a:t>Q&amp;A</a:t>
            </a:r>
          </a:p>
        </p:txBody>
      </p:sp>
      <p:sp>
        <p:nvSpPr>
          <p:cNvPr id="3" name="Text Placeholder 2">
            <a:extLst>
              <a:ext uri="{FF2B5EF4-FFF2-40B4-BE49-F238E27FC236}">
                <a16:creationId xmlns:a16="http://schemas.microsoft.com/office/drawing/2014/main" id="{817D061C-023A-4DD9-8847-DD7718553EA4}"/>
              </a:ext>
            </a:extLst>
          </p:cNvPr>
          <p:cNvSpPr>
            <a:spLocks noGrp="1"/>
          </p:cNvSpPr>
          <p:nvPr>
            <p:ph type="body" idx="1"/>
          </p:nvPr>
        </p:nvSpPr>
        <p:spPr/>
        <p:txBody>
          <a:bodyPr/>
          <a:lstStyle/>
          <a:p>
            <a:pPr marL="0" marR="0" lvl="0" indent="0" algn="ctr" defTabSz="914400" rtl="0" eaLnBrk="1" fontAlgn="auto" latinLnBrk="0" hangingPunct="1">
              <a:lnSpc>
                <a:spcPct val="110000"/>
              </a:lnSpc>
              <a:spcBef>
                <a:spcPts val="1000"/>
              </a:spcBef>
              <a:spcAft>
                <a:spcPts val="0"/>
              </a:spcAft>
              <a:buClrTx/>
              <a:buSzTx/>
              <a:buFont typeface="Arial" panose="020B0604020202020204" pitchFamily="34" charset="0"/>
              <a:buNone/>
              <a:tabLst/>
              <a:defRPr/>
            </a:pPr>
            <a:r>
              <a:rPr lang="en-US" sz="9600" dirty="0">
                <a:solidFill>
                  <a:prstClr val="white"/>
                </a:solidFill>
                <a:latin typeface="Avenir Next LT Pro"/>
              </a:rPr>
              <a:t>3</a:t>
            </a:r>
            <a:endParaRPr kumimoji="0" lang="en-US" sz="9600" b="0" i="0" u="none" strike="noStrike" kern="1200" cap="none" spc="0" normalizeH="0" baseline="0" noProof="0" dirty="0">
              <a:ln>
                <a:noFill/>
              </a:ln>
              <a:solidFill>
                <a:prstClr val="white"/>
              </a:solidFill>
              <a:effectLst/>
              <a:uLnTx/>
              <a:uFillTx/>
              <a:latin typeface="Avenir Next LT Pro"/>
              <a:ea typeface="+mn-ea"/>
              <a:cs typeface="+mn-cs"/>
            </a:endParaRPr>
          </a:p>
          <a:p>
            <a:endParaRPr lang="en-US" dirty="0"/>
          </a:p>
        </p:txBody>
      </p:sp>
      <p:pic>
        <p:nvPicPr>
          <p:cNvPr id="4" name="Picture 3">
            <a:extLst>
              <a:ext uri="{FF2B5EF4-FFF2-40B4-BE49-F238E27FC236}">
                <a16:creationId xmlns:a16="http://schemas.microsoft.com/office/drawing/2014/main" id="{8D7F8632-72BF-DE14-608E-3763A16E85BB}"/>
              </a:ext>
            </a:extLst>
          </p:cNvPr>
          <p:cNvPicPr>
            <a:picLocks noChangeAspect="1"/>
          </p:cNvPicPr>
          <p:nvPr/>
        </p:nvPicPr>
        <p:blipFill>
          <a:blip r:embed="rId2"/>
          <a:stretch>
            <a:fillRect/>
          </a:stretch>
        </p:blipFill>
        <p:spPr>
          <a:xfrm>
            <a:off x="4012581" y="452284"/>
            <a:ext cx="3469812" cy="4904330"/>
          </a:xfrm>
          <a:prstGeom prst="rect">
            <a:avLst/>
          </a:prstGeom>
        </p:spPr>
      </p:pic>
    </p:spTree>
    <p:extLst>
      <p:ext uri="{BB962C8B-B14F-4D97-AF65-F5344CB8AC3E}">
        <p14:creationId xmlns:p14="http://schemas.microsoft.com/office/powerpoint/2010/main" val="1153150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2C9A9DA9-7DC8-488B-A882-123947B0F3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 name="Rectangle 19">
            <a:extLst>
              <a:ext uri="{FF2B5EF4-FFF2-40B4-BE49-F238E27FC236}">
                <a16:creationId xmlns:a16="http://schemas.microsoft.com/office/drawing/2014/main" id="{57F6BDD4-E066-4008-8011-6CC31AEB45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43857" y="633619"/>
            <a:ext cx="6838569" cy="5495925"/>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7" name="Picture 6">
            <a:extLst>
              <a:ext uri="{FF2B5EF4-FFF2-40B4-BE49-F238E27FC236}">
                <a16:creationId xmlns:a16="http://schemas.microsoft.com/office/drawing/2014/main" id="{A02AB4F0-9291-C080-6DB1-6E13913060F3}"/>
              </a:ext>
            </a:extLst>
          </p:cNvPr>
          <p:cNvPicPr>
            <a:picLocks noChangeAspect="1"/>
          </p:cNvPicPr>
          <p:nvPr/>
        </p:nvPicPr>
        <p:blipFill>
          <a:blip r:embed="rId2"/>
          <a:stretch>
            <a:fillRect/>
          </a:stretch>
        </p:blipFill>
        <p:spPr>
          <a:xfrm>
            <a:off x="487303" y="630936"/>
            <a:ext cx="3888096" cy="5495544"/>
          </a:xfrm>
          <a:prstGeom prst="rect">
            <a:avLst/>
          </a:prstGeom>
        </p:spPr>
      </p:pic>
      <p:sp>
        <p:nvSpPr>
          <p:cNvPr id="21" name="Rectangle 20">
            <a:extLst>
              <a:ext uri="{FF2B5EF4-FFF2-40B4-BE49-F238E27FC236}">
                <a16:creationId xmlns:a16="http://schemas.microsoft.com/office/drawing/2014/main" id="{2711A8FB-68FC-45FC-B01E-38F809E2D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79848" y="1171300"/>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Rectangle 17">
            <a:extLst>
              <a:ext uri="{FF2B5EF4-FFF2-40B4-BE49-F238E27FC236}">
                <a16:creationId xmlns:a16="http://schemas.microsoft.com/office/drawing/2014/main" id="{2A865FE3-5FC9-4049-87CF-30019C46C0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67859" y="2093976"/>
            <a:ext cx="5846683" cy="9144"/>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44A395D8-87D2-2FA6-C259-975BAC8BB45B}"/>
              </a:ext>
            </a:extLst>
          </p:cNvPr>
          <p:cNvSpPr>
            <a:spLocks noGrp="1"/>
          </p:cNvSpPr>
          <p:nvPr>
            <p:ph idx="1"/>
          </p:nvPr>
        </p:nvSpPr>
        <p:spPr>
          <a:xfrm>
            <a:off x="5356861" y="2252870"/>
            <a:ext cx="5993892" cy="3560251"/>
          </a:xfrm>
        </p:spPr>
        <p:txBody>
          <a:bodyPr>
            <a:normAutofit/>
          </a:bodyPr>
          <a:lstStyle/>
          <a:p>
            <a:pPr marL="0" indent="0">
              <a:buNone/>
            </a:pPr>
            <a:r>
              <a:rPr lang="en-GB" sz="3200" b="1" dirty="0"/>
              <a:t>What are your main learnings of the course?</a:t>
            </a:r>
          </a:p>
          <a:p>
            <a:pPr marL="0" indent="0">
              <a:buNone/>
            </a:pPr>
            <a:endParaRPr lang="en-GB" sz="3200" dirty="0"/>
          </a:p>
        </p:txBody>
      </p:sp>
    </p:spTree>
    <p:extLst>
      <p:ext uri="{BB962C8B-B14F-4D97-AF65-F5344CB8AC3E}">
        <p14:creationId xmlns:p14="http://schemas.microsoft.com/office/powerpoint/2010/main" val="39740858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7D8BB0-CA02-4559-C2C2-C18487ADB3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99E732-A5CD-03DF-FF75-3B937877D685}"/>
              </a:ext>
            </a:extLst>
          </p:cNvPr>
          <p:cNvSpPr>
            <a:spLocks noGrp="1"/>
          </p:cNvSpPr>
          <p:nvPr>
            <p:ph type="title"/>
          </p:nvPr>
        </p:nvSpPr>
        <p:spPr/>
        <p:txBody>
          <a:bodyPr/>
          <a:lstStyle/>
          <a:p>
            <a:r>
              <a:rPr lang="en-US" dirty="0"/>
              <a:t>Evaluation and reflection</a:t>
            </a:r>
          </a:p>
        </p:txBody>
      </p:sp>
      <p:sp>
        <p:nvSpPr>
          <p:cNvPr id="3" name="Text Placeholder 2">
            <a:extLst>
              <a:ext uri="{FF2B5EF4-FFF2-40B4-BE49-F238E27FC236}">
                <a16:creationId xmlns:a16="http://schemas.microsoft.com/office/drawing/2014/main" id="{701E9895-0A2F-599E-D247-A9B2871FA7ED}"/>
              </a:ext>
            </a:extLst>
          </p:cNvPr>
          <p:cNvSpPr>
            <a:spLocks noGrp="1"/>
          </p:cNvSpPr>
          <p:nvPr>
            <p:ph type="body" idx="1"/>
          </p:nvPr>
        </p:nvSpPr>
        <p:spPr/>
        <p:txBody>
          <a:bodyPr/>
          <a:lstStyle/>
          <a:p>
            <a:pPr marL="0" marR="0" lvl="0" indent="0" algn="ctr" defTabSz="914400" rtl="0" eaLnBrk="1" fontAlgn="auto" latinLnBrk="0" hangingPunct="1">
              <a:lnSpc>
                <a:spcPct val="110000"/>
              </a:lnSpc>
              <a:spcBef>
                <a:spcPts val="1000"/>
              </a:spcBef>
              <a:spcAft>
                <a:spcPts val="0"/>
              </a:spcAft>
              <a:buClrTx/>
              <a:buSzTx/>
              <a:buFont typeface="Arial" panose="020B0604020202020204" pitchFamily="34" charset="0"/>
              <a:buNone/>
              <a:tabLst/>
              <a:defRPr/>
            </a:pPr>
            <a:r>
              <a:rPr kumimoji="0" lang="en-US" sz="9600" b="0" i="0" u="none" strike="noStrike" kern="1200" cap="none" spc="0" normalizeH="0" baseline="0" noProof="0" dirty="0">
                <a:ln>
                  <a:noFill/>
                </a:ln>
                <a:solidFill>
                  <a:prstClr val="white"/>
                </a:solidFill>
                <a:effectLst/>
                <a:uLnTx/>
                <a:uFillTx/>
                <a:latin typeface="Avenir Next LT Pro"/>
                <a:ea typeface="+mn-ea"/>
                <a:cs typeface="+mn-cs"/>
              </a:rPr>
              <a:t>4</a:t>
            </a:r>
          </a:p>
          <a:p>
            <a:endParaRPr lang="en-US" dirty="0"/>
          </a:p>
        </p:txBody>
      </p:sp>
    </p:spTree>
    <p:extLst>
      <p:ext uri="{BB962C8B-B14F-4D97-AF65-F5344CB8AC3E}">
        <p14:creationId xmlns:p14="http://schemas.microsoft.com/office/powerpoint/2010/main" val="19964481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8D06CE56-3881-4ADA-8CEF-D18B02C24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79F3C543-62EC-4433-9C93-A2CD8764E9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8" name="Rectangle 17">
            <a:extLst>
              <a:ext uri="{FF2B5EF4-FFF2-40B4-BE49-F238E27FC236}">
                <a16:creationId xmlns:a16="http://schemas.microsoft.com/office/drawing/2014/main" id="{5DCB5928-DC7D-4612-9922-441966E156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 name="Freeform: Shape 19">
            <a:extLst>
              <a:ext uri="{FF2B5EF4-FFF2-40B4-BE49-F238E27FC236}">
                <a16:creationId xmlns:a16="http://schemas.microsoft.com/office/drawing/2014/main" id="{682C1161-1736-45EC-99B7-33F3CAE9D5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959047" cy="6858000"/>
          </a:xfrm>
          <a:custGeom>
            <a:avLst/>
            <a:gdLst>
              <a:gd name="connsiteX0" fmla="*/ 0 w 4959047"/>
              <a:gd name="connsiteY0" fmla="*/ 0 h 6858000"/>
              <a:gd name="connsiteX1" fmla="*/ 4110127 w 4959047"/>
              <a:gd name="connsiteY1" fmla="*/ 0 h 6858000"/>
              <a:gd name="connsiteX2" fmla="*/ 4179024 w 4959047"/>
              <a:gd name="connsiteY2" fmla="*/ 123368 h 6858000"/>
              <a:gd name="connsiteX3" fmla="*/ 4959047 w 4959047"/>
              <a:gd name="connsiteY3" fmla="*/ 3429000 h 6858000"/>
              <a:gd name="connsiteX4" fmla="*/ 4179024 w 4959047"/>
              <a:gd name="connsiteY4" fmla="*/ 6734633 h 6858000"/>
              <a:gd name="connsiteX5" fmla="*/ 4110127 w 4959047"/>
              <a:gd name="connsiteY5" fmla="*/ 6858000 h 6858000"/>
              <a:gd name="connsiteX6" fmla="*/ 0 w 495904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59047" h="6858000">
                <a:moveTo>
                  <a:pt x="0" y="0"/>
                </a:moveTo>
                <a:lnTo>
                  <a:pt x="4110127" y="0"/>
                </a:lnTo>
                <a:lnTo>
                  <a:pt x="4179024" y="123368"/>
                </a:lnTo>
                <a:cubicBezTo>
                  <a:pt x="4668929" y="1045156"/>
                  <a:pt x="4959047" y="2189404"/>
                  <a:pt x="4959047" y="3429000"/>
                </a:cubicBezTo>
                <a:cubicBezTo>
                  <a:pt x="4959047" y="4668597"/>
                  <a:pt x="4668929" y="5812845"/>
                  <a:pt x="4179024" y="6734633"/>
                </a:cubicBezTo>
                <a:lnTo>
                  <a:pt x="4110127" y="6858000"/>
                </a:lnTo>
                <a:lnTo>
                  <a:pt x="0" y="6858000"/>
                </a:lnTo>
                <a:close/>
              </a:path>
            </a:pathLst>
          </a:custGeom>
          <a:ln w="9525">
            <a:solidFill>
              <a:schemeClr val="tx2">
                <a:lumMod val="10000"/>
                <a:lumOff val="90000"/>
              </a:schemeClr>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2" name="Freeform: Shape 21">
            <a:extLst>
              <a:ext uri="{FF2B5EF4-FFF2-40B4-BE49-F238E27FC236}">
                <a16:creationId xmlns:a16="http://schemas.microsoft.com/office/drawing/2014/main" id="{84D4DDB8-B68F-45B0-9F62-C4279996F6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948887" cy="6858000"/>
          </a:xfrm>
          <a:custGeom>
            <a:avLst/>
            <a:gdLst>
              <a:gd name="connsiteX0" fmla="*/ 0 w 4948887"/>
              <a:gd name="connsiteY0" fmla="*/ 0 h 6858000"/>
              <a:gd name="connsiteX1" fmla="*/ 4099967 w 4948887"/>
              <a:gd name="connsiteY1" fmla="*/ 0 h 6858000"/>
              <a:gd name="connsiteX2" fmla="*/ 4168864 w 4948887"/>
              <a:gd name="connsiteY2" fmla="*/ 123368 h 6858000"/>
              <a:gd name="connsiteX3" fmla="*/ 4948887 w 4948887"/>
              <a:gd name="connsiteY3" fmla="*/ 3429000 h 6858000"/>
              <a:gd name="connsiteX4" fmla="*/ 4168864 w 4948887"/>
              <a:gd name="connsiteY4" fmla="*/ 6734633 h 6858000"/>
              <a:gd name="connsiteX5" fmla="*/ 4099967 w 4948887"/>
              <a:gd name="connsiteY5" fmla="*/ 6858000 h 6858000"/>
              <a:gd name="connsiteX6" fmla="*/ 0 w 494888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48887" h="6858000">
                <a:moveTo>
                  <a:pt x="0" y="0"/>
                </a:moveTo>
                <a:lnTo>
                  <a:pt x="4099967" y="0"/>
                </a:lnTo>
                <a:lnTo>
                  <a:pt x="4168864" y="123368"/>
                </a:lnTo>
                <a:cubicBezTo>
                  <a:pt x="4658769" y="1045156"/>
                  <a:pt x="4948887" y="2189404"/>
                  <a:pt x="4948887" y="3429000"/>
                </a:cubicBezTo>
                <a:cubicBezTo>
                  <a:pt x="4948887" y="4668597"/>
                  <a:pt x="4658769" y="5812845"/>
                  <a:pt x="4168864" y="6734633"/>
                </a:cubicBezTo>
                <a:lnTo>
                  <a:pt x="4099967"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2C11FBD-DCC6-6FED-95E1-448BC2E8FD0E}"/>
              </a:ext>
            </a:extLst>
          </p:cNvPr>
          <p:cNvSpPr>
            <a:spLocks noGrp="1"/>
          </p:cNvSpPr>
          <p:nvPr>
            <p:ph type="title"/>
          </p:nvPr>
        </p:nvSpPr>
        <p:spPr>
          <a:xfrm>
            <a:off x="477981" y="1122363"/>
            <a:ext cx="4023360" cy="3204134"/>
          </a:xfrm>
        </p:spPr>
        <p:txBody>
          <a:bodyPr vert="horz" lIns="91440" tIns="45720" rIns="91440" bIns="45720" rtlCol="0" anchor="b">
            <a:normAutofit/>
          </a:bodyPr>
          <a:lstStyle/>
          <a:p>
            <a:r>
              <a:rPr lang="en-US" sz="4800" dirty="0"/>
              <a:t>Evaluation</a:t>
            </a:r>
          </a:p>
        </p:txBody>
      </p:sp>
      <p:sp>
        <p:nvSpPr>
          <p:cNvPr id="9" name="TextBox 8">
            <a:extLst>
              <a:ext uri="{FF2B5EF4-FFF2-40B4-BE49-F238E27FC236}">
                <a16:creationId xmlns:a16="http://schemas.microsoft.com/office/drawing/2014/main" id="{6D45AB24-71AF-57C3-B31E-628DBD5CEE3F}"/>
              </a:ext>
            </a:extLst>
          </p:cNvPr>
          <p:cNvSpPr txBox="1"/>
          <p:nvPr/>
        </p:nvSpPr>
        <p:spPr>
          <a:xfrm>
            <a:off x="477981" y="4872922"/>
            <a:ext cx="3933306" cy="1208141"/>
          </a:xfrm>
          <a:prstGeom prst="rect">
            <a:avLst/>
          </a:prstGeom>
        </p:spPr>
        <p:txBody>
          <a:bodyPr vert="horz" lIns="91440" tIns="45720" rIns="91440" bIns="45720" rtlCol="0">
            <a:normAutofit/>
          </a:bodyPr>
          <a:lstStyle/>
          <a:p>
            <a:pPr>
              <a:lnSpc>
                <a:spcPct val="110000"/>
              </a:lnSpc>
              <a:spcBef>
                <a:spcPts val="1000"/>
              </a:spcBef>
            </a:pPr>
            <a:endParaRPr lang="en-US" sz="2000" dirty="0"/>
          </a:p>
        </p:txBody>
      </p:sp>
      <p:sp>
        <p:nvSpPr>
          <p:cNvPr id="24" name="Rectangle 23">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6" name="Rectangle 25">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72498980"/>
      </p:ext>
    </p:extLst>
  </p:cSld>
  <p:clrMapOvr>
    <a:masterClrMapping/>
  </p:clrMapOvr>
</p:sld>
</file>

<file path=ppt/theme/theme1.xml><?xml version="1.0" encoding="utf-8"?>
<a:theme xmlns:a="http://schemas.openxmlformats.org/drawingml/2006/main" name="AccentBoxVTI">
  <a:themeElements>
    <a:clrScheme name="AccentBoxVTI">
      <a:dk1>
        <a:srgbClr val="000000"/>
      </a:dk1>
      <a:lt1>
        <a:sysClr val="window" lastClr="FFFFFF"/>
      </a:lt1>
      <a:dk2>
        <a:srgbClr val="262626"/>
      </a:dk2>
      <a:lt2>
        <a:srgbClr val="FFFFFF"/>
      </a:lt2>
      <a:accent1>
        <a:srgbClr val="F5A700"/>
      </a:accent1>
      <a:accent2>
        <a:srgbClr val="00A5AB"/>
      </a:accent2>
      <a:accent3>
        <a:srgbClr val="09963B"/>
      </a:accent3>
      <a:accent4>
        <a:srgbClr val="E64823"/>
      </a:accent4>
      <a:accent5>
        <a:srgbClr val="9C6A6A"/>
      </a:accent5>
      <a:accent6>
        <a:srgbClr val="824F8C"/>
      </a:accent6>
      <a:hlink>
        <a:srgbClr val="2998E3"/>
      </a:hlink>
      <a:folHlink>
        <a:srgbClr val="7F723D"/>
      </a:folHlink>
    </a:clrScheme>
    <a:fontScheme name="Avenir">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ntBoxVTI" id="{9F778A78-DC9A-453A-A82D-A75CAD503E15}" vid="{EA961113-7CC4-4569-8A6A-7BC2C1E2F40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99DE173C41AD748B4060AEB6BE3D8C9" ma:contentTypeVersion="14" ma:contentTypeDescription="Create a new document." ma:contentTypeScope="" ma:versionID="ad2f6bcab80e0124e392d68d2324b5e4">
  <xsd:schema xmlns:xsd="http://www.w3.org/2001/XMLSchema" xmlns:xs="http://www.w3.org/2001/XMLSchema" xmlns:p="http://schemas.microsoft.com/office/2006/metadata/properties" xmlns:ns2="5718835e-0d9f-44bb-9dc0-be88827e798a" xmlns:ns3="8ac16dc0-0dc9-49ab-99db-6bc168e4b9ef" targetNamespace="http://schemas.microsoft.com/office/2006/metadata/properties" ma:root="true" ma:fieldsID="2569b1ad6a7deb867c851da986e7547d" ns2:_="" ns3:_="">
    <xsd:import namespace="5718835e-0d9f-44bb-9dc0-be88827e798a"/>
    <xsd:import namespace="8ac16dc0-0dc9-49ab-99db-6bc168e4b9ef"/>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ObjectDetectorVersions" minOccurs="0"/>
                <xsd:element ref="ns3:Bemerkungen" minOccurs="0"/>
                <xsd:element ref="ns3:MediaServiceSearchProperties" minOccurs="0"/>
                <xsd:element ref="ns3:MediaServiceDateTaken" minOccurs="0"/>
                <xsd:element ref="ns3:MediaServiceGenerationTime" minOccurs="0"/>
                <xsd:element ref="ns3:MediaServiceEventHashCode" minOccurs="0"/>
                <xsd:element ref="ns3:lcf76f155ced4ddcb4097134ff3c332f" minOccurs="0"/>
                <xsd:element ref="ns2:TaxCatchAll" minOccurs="0"/>
                <xsd:element ref="ns3: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718835e-0d9f-44bb-9dc0-be88827e798a"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811161c7-2b90-4bdd-9555-9b979c9f9aa6}" ma:internalName="TaxCatchAll" ma:showField="CatchAllData" ma:web="5718835e-0d9f-44bb-9dc0-be88827e798a">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8ac16dc0-0dc9-49ab-99db-6bc168e4b9ef"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Bemerkungen" ma:index="13" nillable="true" ma:displayName="Bemerkungen" ma:format="Dropdown" ma:internalName="Bemerkungen">
      <xsd:simpleType>
        <xsd:restriction base="dms:Note">
          <xsd:maxLength value="255"/>
        </xsd:restriction>
      </xsd:simpleType>
    </xsd:element>
    <xsd:element name="MediaServiceSearchProperties" ma:index="14" nillable="true" ma:displayName="MediaServiceSearchProperties" ma:hidden="true" ma:internalName="MediaServiceSearchProperties" ma:readOnly="true">
      <xsd:simpleType>
        <xsd:restriction base="dms:Note"/>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a84686df-39cf-4bac-acb0-1572f53f1b5d"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8ac16dc0-0dc9-49ab-99db-6bc168e4b9ef">
      <Terms xmlns="http://schemas.microsoft.com/office/infopath/2007/PartnerControls"/>
    </lcf76f155ced4ddcb4097134ff3c332f>
    <Bemerkungen xmlns="8ac16dc0-0dc9-49ab-99db-6bc168e4b9ef" xsi:nil="true"/>
    <TaxCatchAll xmlns="5718835e-0d9f-44bb-9dc0-be88827e798a"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BF1D721-85B6-43FA-8A8A-14B8BDCA17B8}"/>
</file>

<file path=customXml/itemProps2.xml><?xml version="1.0" encoding="utf-8"?>
<ds:datastoreItem xmlns:ds="http://schemas.openxmlformats.org/officeDocument/2006/customXml" ds:itemID="{290D7697-8E53-4EA8-8CBB-9C19575257BF}">
  <ds:schemaRefs>
    <ds:schemaRef ds:uri="71af3243-3dd4-4a8d-8c0d-dd76da1f02a5"/>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B927DC71-2909-427C-BDB0-3E47E2101517}">
  <ds:schemaRefs>
    <ds:schemaRef ds:uri="http://schemas.microsoft.com/sharepoint/v3/contenttype/forms"/>
  </ds:schemaRefs>
</ds:datastoreItem>
</file>

<file path=docMetadata/LabelInfo.xml><?xml version="1.0" encoding="utf-8"?>
<clbl:labelList xmlns:clbl="http://schemas.microsoft.com/office/2020/mipLabelMetadata">
  <clbl:label id="{d400387a-212f-43ea-ac7f-77aa12d7977e}" enabled="0" method="" siteId="{d400387a-212f-43ea-ac7f-77aa12d7977e}" removed="1"/>
</clbl:labelList>
</file>

<file path=docProps/app.xml><?xml version="1.0" encoding="utf-8"?>
<Properties xmlns="http://schemas.openxmlformats.org/officeDocument/2006/extended-properties" xmlns:vt="http://schemas.openxmlformats.org/officeDocument/2006/docPropsVTypes">
  <Template>AccentBox presentation</Template>
  <TotalTime>0</TotalTime>
  <Words>511</Words>
  <Application>Microsoft Office PowerPoint</Application>
  <PresentationFormat>Widescreen</PresentationFormat>
  <Paragraphs>61</Paragraphs>
  <Slides>17</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Avenir Next LT Pro</vt:lpstr>
      <vt:lpstr>Calibri</vt:lpstr>
      <vt:lpstr>Segoe UI</vt:lpstr>
      <vt:lpstr>AccentBoxVTI</vt:lpstr>
      <vt:lpstr>Session 4:  Presentations of Action Plans</vt:lpstr>
      <vt:lpstr>Outline</vt:lpstr>
      <vt:lpstr>Learning Outcomes</vt:lpstr>
      <vt:lpstr>Muddiest point</vt:lpstr>
      <vt:lpstr>Muddiest point</vt:lpstr>
      <vt:lpstr>Presentations of action plans</vt:lpstr>
      <vt:lpstr>Develop an ESD Action Plan</vt:lpstr>
      <vt:lpstr>Presentations </vt:lpstr>
      <vt:lpstr>Presentation of action plans</vt:lpstr>
      <vt:lpstr>Synthesis</vt:lpstr>
      <vt:lpstr>Collaboration opportunities</vt:lpstr>
      <vt:lpstr>Group discussion </vt:lpstr>
      <vt:lpstr>Harvesting of group discussion</vt:lpstr>
      <vt:lpstr>Q&amp;A</vt:lpstr>
      <vt:lpstr>PowerPoint Presentation</vt:lpstr>
      <vt:lpstr>Evaluation and reflection</vt:lpstr>
      <vt:lpstr>Evaluation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AccentBox</dc:title>
  <dc:creator>Lewis, Anna Lena (CDE)</dc:creator>
  <cp:lastModifiedBy>Lewis, Anna Lena (CDE)</cp:lastModifiedBy>
  <cp:revision>52</cp:revision>
  <dcterms:created xsi:type="dcterms:W3CDTF">2023-10-11T13:15:05Z</dcterms:created>
  <dcterms:modified xsi:type="dcterms:W3CDTF">2026-08-27T08:44:02Z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0x010100599DE173C41AD748B4060AEB6BE3D8C9</vt:lpwstr>
  </property>
</Properties>
</file>